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題名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貸出条件の改定案</a:t>
            </a:r>
          </a:p>
        </p:txBody>
      </p:sp>
      <p:sp>
        <p:nvSpPr>
          <p:cNvPr id="3" name="返却期限の条文"/>
          <p:cNvSpPr txBox="1"/>
          <p:nvPr/>
        </p:nvSpPr>
        <p:spPr>
          <a:xfrm>
            <a:off x="45720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trike="sngStrike"/>
              <a:t>返却期限は7日とする。</a:t>
            </a:r>
            <a:r>
              <a:t>返却期限は14日とする。</a:t>
            </a:r>
          </a:p>
        </p:txBody>
      </p:sp>
      <p:sp>
        <p:nvSpPr>
          <p:cNvPr id="4" name="補足"/>
          <p:cNvSpPr txBox="1"/>
          <p:nvPr/>
        </p:nvSpPr>
        <p:spPr>
          <a:xfrm>
            <a:off x="457200" y="2743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改定の適用は来月の貸出分から。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貸出条件の改定案</dc:title>
  <dc:subject/>
  <dc:creator>fixture</dc:creator>
  <cp:keywords/>
  <dc:description>generated using python-pptx</dc:description>
  <cp:lastModifiedBy>fixture</cp:lastModifiedBy>
  <cp:revision>1</cp:revision>
  <dcterms:created xsi:type="dcterms:W3CDTF">2026-01-01T00:00:00Z</dcterms:created>
  <dcterms:modified xsi:type="dcterms:W3CDTF">2026-01-01T00:00:00Z</dcterms:modified>
  <cp:category/>
</cp:coreProperties>
</file>