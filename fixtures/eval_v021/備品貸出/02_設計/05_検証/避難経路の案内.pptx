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輪の枠（レイアウト）"/>
          <p:cNvSpPr>
            <a:spLocks noGrp="1"/>
          </p:cNvSpPr>
          <p:nvPr>
            <p:ph type="body" sz="quarter" idx="13"/>
          </p:nvPr>
        </p:nvSpPr>
        <p:spPr>
          <a:xfrm>
            <a:off x="1371600" y="1371600"/>
            <a:ext cx="3657600" cy="3657600"/>
          </a:xfrm>
          <a:prstGeom prst="donut">
            <a:avLst/>
          </a:prstGeom>
        </p:spPr>
        <p:txBody>
          <a:bodyPr/>
          <a:lstStyle/>
          <a:p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題名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避難経路の案内</a:t>
            </a:r>
          </a:p>
        </p:txBody>
      </p:sp>
      <p:sp>
        <p:nvSpPr>
          <p:cNvPr id="4" name="穴の中の文字"/>
          <p:cNvSpPr txBox="1"/>
          <p:nvPr/>
        </p:nvSpPr>
        <p:spPr>
          <a:xfrm>
            <a:off x="2743200" y="2971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非常口は北側</a:t>
            </a:r>
          </a:p>
        </p:txBody>
      </p:sp>
      <p:sp>
        <p:nvSpPr>
          <p:cNvPr id="2" name="輪の枠"/>
          <p:cNvSpPr>
            <a:spLocks noGrp="1"/>
          </p:cNvSpPr>
          <p:nvPr>
            <p:ph type="body" idx="13" sz="quarter"/>
          </p:nvPr>
        </p:nvSpPr>
        <p:spPr>
          <a:xfrm>
            <a:off x="1371600" y="1371600"/>
            <a:ext cx="3657600" cy="3657600"/>
          </a:xfrm>
          <a:solidFill>
            <a:srgbClr val="1F4E9A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3" name="題名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休憩室の案内</a:t>
            </a:r>
          </a:p>
        </p:txBody>
      </p:sp>
      <p:sp>
        <p:nvSpPr>
          <p:cNvPr id="4" name="休憩室の表示"/>
          <p:cNvSpPr txBox="1"/>
          <p:nvPr/>
        </p:nvSpPr>
        <p:spPr>
          <a:xfrm>
            <a:off x="731520" y="146304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休憩室は2階</a:t>
            </a:r>
          </a:p>
        </p:txBody>
      </p:sp>
      <p:sp>
        <p:nvSpPr>
          <p:cNvPr id="5" name="目隠しの四角"/>
          <p:cNvSpPr/>
          <p:nvPr/>
        </p:nvSpPr>
        <p:spPr>
          <a:xfrm>
            <a:off x="731520" y="1463040"/>
            <a:ext cx="4572000" cy="64008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避難経路の案内</dc:title>
  <dc:subject/>
  <dc:creator>fixture</dc:creator>
  <cp:keywords/>
  <dc:description>generated using python-pptx</dc:description>
  <cp:lastModifiedBy>fixture</cp:lastModifiedBy>
  <cp:revision>1</cp:revision>
  <dcterms:created xsi:type="dcterms:W3CDTF">2026-01-01T00:00:00Z</dcterms:created>
  <dcterms:modified xsi:type="dcterms:W3CDTF">2026-01-01T00:00:00Z</dcterms:modified>
  <cp:category/>
</cp:coreProperties>
</file>