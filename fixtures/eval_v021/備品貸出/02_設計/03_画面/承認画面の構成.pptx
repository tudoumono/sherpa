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承認画面の構成</a:t>
            </a:r>
          </a:p>
        </p:txBody>
      </p:sp>
      <p:sp>
        <p:nvSpPr>
          <p:cNvPr id="3" name="旧承認ボタンの説明"/>
          <p:cNvSpPr txBox="1"/>
          <p:nvPr/>
        </p:nvSpPr>
        <p:spPr>
          <a:xfrm>
            <a:off x="731520" y="14630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旧承認ボタン: 申請者本人が承認できる</a:t>
            </a:r>
          </a:p>
        </p:txBody>
      </p:sp>
      <p:sp>
        <p:nvSpPr>
          <p:cNvPr id="4" name="承認ボタンの説明"/>
          <p:cNvSpPr txBox="1"/>
          <p:nvPr/>
        </p:nvSpPr>
        <p:spPr>
          <a:xfrm>
            <a:off x="731520" y="31089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承認ボタン: 承認者だけが承認できる</a:t>
            </a:r>
          </a:p>
        </p:txBody>
      </p:sp>
      <p:sp>
        <p:nvSpPr>
          <p:cNvPr id="5" name="廃止スタンプ"/>
          <p:cNvSpPr/>
          <p:nvPr/>
        </p:nvSpPr>
        <p:spPr>
          <a:xfrm>
            <a:off x="731520" y="1463040"/>
            <a:ext cx="4572000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廃止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承認画面の構成</dc:title>
  <dc:subject/>
  <dc:creator>fixture</dc:creator>
  <cp:keywords/>
  <dc:description>generated using python-pptx</dc:description>
  <cp:lastModifiedBy>fixture</cp:lastModifiedBy>
  <cp:revision>1</cp:revision>
  <dcterms:created xsi:type="dcterms:W3CDTF">2026-01-01T00:00:00Z</dcterms:created>
  <dcterms:modified xsi:type="dcterms:W3CDTF">2026-01-01T00:00:00Z</dcterms:modified>
  <cp:category/>
</cp:coreProperties>
</file>