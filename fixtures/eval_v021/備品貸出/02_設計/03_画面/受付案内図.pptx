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題名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受付案内図</a:t>
            </a:r>
          </a:p>
        </p:txBody>
      </p:sp>
      <p:sp>
        <p:nvSpPr>
          <p:cNvPr id="3" name="窓口案内"/>
          <p:cNvSpPr txBox="1"/>
          <p:nvPr/>
        </p:nvSpPr>
        <p:spPr>
          <a:xfrm>
            <a:off x="731520" y="146304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受付窓口は3階の総務課です</a:t>
            </a:r>
          </a:p>
        </p:txBody>
      </p:sp>
      <p:sp>
        <p:nvSpPr>
          <p:cNvPr id="4" name="強調枠"/>
          <p:cNvSpPr/>
          <p:nvPr/>
        </p:nvSpPr>
        <p:spPr>
          <a:xfrm>
            <a:off x="731520" y="1463040"/>
            <a:ext cx="5486400" cy="731520"/>
          </a:xfrm>
          <a:prstGeom prst="rect">
            <a:avLst/>
          </a:prstGeom>
          <a:solidFill>
            <a:srgbClr val="FFD700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題名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返却のご案内</a:t>
            </a:r>
          </a:p>
        </p:txBody>
      </p:sp>
      <p:sp>
        <p:nvSpPr>
          <p:cNvPr id="3" name="返却時の注意"/>
          <p:cNvSpPr txBox="1"/>
          <p:nvPr/>
        </p:nvSpPr>
        <p:spPr>
          <a:xfrm>
            <a:off x="731520" y="146304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返却の際は備品タグを必ず添えてください</a:t>
            </a:r>
          </a:p>
        </p:txBody>
      </p:sp>
      <p:pic>
        <p:nvPicPr>
          <p:cNvPr id="4" name="社章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受付案内図</dc:title>
  <dc:subject/>
  <dc:creator>fixture</dc:creator>
  <cp:keywords/>
  <dc:description>generated using python-pptx</dc:description>
  <cp:lastModifiedBy>fixture</cp:lastModifiedBy>
  <cp:revision>1</cp:revision>
  <dcterms:created xsi:type="dcterms:W3CDTF">2026-01-01T00:00:00Z</dcterms:created>
  <dcterms:modified xsi:type="dcterms:W3CDTF">2026-01-01T00:00:00Z</dcterms:modified>
  <cp:category/>
</cp:coreProperties>
</file>