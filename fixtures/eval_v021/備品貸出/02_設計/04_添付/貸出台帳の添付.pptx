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貸出台帳の添付</a:t>
            </a:r>
          </a:p>
        </p:txBody>
      </p:sp>
      <p:sp>
        <p:nvSpPr>
          <p:cNvPr id="3" name="添付の説明"/>
          <p:cNvSpPr txBox="1"/>
          <p:nvPr/>
        </p:nvSpPr>
        <p:spPr>
          <a:xfrm>
            <a:off x="45720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2025年度の貸出台帳を添付する。</a:t>
            </a:r>
          </a:p>
        </p:txBody>
      </p:sp>
      <p:graphicFrame>
        <p:nvGraphicFramePr>
          <p:cNvPr id="4" name="台帳ファイル"/>
          <p:cNvGraphicFramePr>
            <a:graphicFrameLocks noGrp="1"/>
          </p:cNvGraphicFramePr>
          <p:nvPr/>
        </p:nvGraphicFramePr>
        <p:xfrm>
          <a:off x="731520" y="2194560"/>
          <a:ext cx="1371600" cy="1371600"/>
        </p:xfrm>
        <a:graphic>
          <a:graphicData uri="http://schemas.openxmlformats.org/presentationml/2006/ole">
            <p:oleObj showAsIcon="1" r:id="rId2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31520" y="2194560"/>
                    <a:ext cx="1371600" cy="1371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貸出台帳の添付</dc:title>
  <dc:subject/>
  <dc:creator>fixture</dc:creator>
  <cp:keywords/>
  <dc:description>generated using python-pptx</dc:description>
  <cp:lastModifiedBy>fixture</cp:lastModifiedBy>
  <cp:revision>1</cp:revision>
  <dcterms:created xsi:type="dcterms:W3CDTF">2026-01-01T00:00:00Z</dcterms:created>
  <dcterms:modified xsi:type="dcterms:W3CDTF">2026-01-01T00:00:00Z</dcterms:modified>
  <cp:category/>
</cp:coreProperties>
</file>