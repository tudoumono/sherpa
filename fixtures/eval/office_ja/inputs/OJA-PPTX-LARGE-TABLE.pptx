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TABLE-BEGIN-0001 受付番号が入力済み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P-0099-FALSE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0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P-0199-FALSE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P-0299-FALSE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1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P-0399-FALSE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ROW-0499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P-0499-FALSE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E-TBL-0499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2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ROW-0599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P-0599-FALSE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E-TBL-0599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ROW-0699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P-0699-FALSE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E-TBL-0699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3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ROW-0799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P-0799-FALSE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E-TBL-0799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ROW-0899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P-0899-FALSE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E-TBL-0899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4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ROW-0999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P-0999-FALSE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E-TBL-0999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P-1099-FALSE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5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P-1199-FALSE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TABLE-MIDDLE-1200 法人かつ取引金額が100万円以上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P-1299-FALSE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6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P-1399-FALSE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ROW-1499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P-1499-FALSE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E-TBL-1499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7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ROW-1599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P-1599-FALSE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E-TBL-1599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ROW-1699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P-1699-FALSE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E-TBL-1699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8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ROW-1799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P-1799-FALSE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E-TBL-1799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ROW-1899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P-1899-FALSE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E-TBL-1899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09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ROW-1999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P-1999-FALSE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E-TBL-1999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P-2099-FALSE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E-TBL-2099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0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P-2199-FALSE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E-TBL-2199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1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2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3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4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5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P-2299-FALSE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E-TBL-2299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6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P-2309-FALSE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E-TBL-2309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P-2319-FALSE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E-TBL-2319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7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P-2329-FALSE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E-TBL-2329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P-2339-FALSE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E-TBL-2339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8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P-2349-FALSE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E-TBL-2349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P-2359-FALSE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E-TBL-2359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19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P-2369-FALSE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E-TBL-2369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P-2379-FALSE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E-TBL-2379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80" name="大規模表-120"/>
          <p:cNvGraphicFramePr/>
          <p:nvPr/>
        </p:nvGraphicFramePr>
        <p:xfrm>
          <a:off x="150000" y="650000"/>
          <a:ext cx="11800000" cy="5670000"/>
        </p:xfrm>
        <a:graphic>
          <a:graphicData uri="http://schemas.openxmlformats.org/drawingml/2006/table">
            <a:tbl>
              <a:tblPr firstRow="1" bandRow="1"/>
              <a:tblGrid>
                <a:gridCol w="2360000"/>
                <a:gridCol w="2360000"/>
                <a:gridCol w="2360000"/>
                <a:gridCol w="2360000"/>
                <a:gridCol w="2360000"/>
              </a:tblGrid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行キー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分岐条件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真の場合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偽の場合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エラー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状態07が有効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状態08が有効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状態09が有効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P-2389-FALSE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E-TBL-2389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P-2391-TRUE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P-2391-FALSE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E-TBL-2391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P-2392-TRUE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P-2392-FALSE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E-TBL-2392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状態13が有効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P-2393-TRUE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P-2393-FALSE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E-TBL-2393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状態14が有効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P-2394-TRUE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P-2394-FALSE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E-TBL-2394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状態15が有効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P-2395-TRUE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P-2395-FALSE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E-TBL-2395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状態16が有効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P-2396-TRUE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P-2396-FALSE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E-TBL-2396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状態00が有効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P-2397-TRUE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P-2397-FALSE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E-TBL-2397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状態01が有効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P-2398-TRUE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P-2398-FALSE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E-TBL-2398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状態02が有効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P-2399-TRUE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P-2399-FALSE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E-TBL-2399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lang="ja-JP" dirty="0" sz="600"/>
                        <a:t>ROW-2400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TABLE-END-2400 更新件数が1件でなく再試行回数が3以上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P-2400-TRUE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P-2400-FALSE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 sz="600"/>
                        <a:t>E-TABLE-2400</a:t>
                      </a:r>
                      <a:endParaRPr lang="ja-JP" sz="6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Sherpa evaluation</dc:creator>
  <dc:title>OJA-PPTX-LARGE-TABLE</dc:title>
  <dc:subject>AI/RAG向け日本語Office独立評価</dc:subject>
  <cp:keywords>synthetic;office-ja;rag</cp:keywords>
  <cp:lastModifiedBy>Sherpa evaluation</cp:lastModifiedBy>
  <dcterms:created xsi:type="dcterms:W3CDTF">2020-01-01T00:00:00Z</dcterms:created>
  <dcterms:modified xsi:type="dcterms:W3CDTF">2020-01-01T00:00:00Z</dcterms:modified>
</cp:coreProperties>
</file>