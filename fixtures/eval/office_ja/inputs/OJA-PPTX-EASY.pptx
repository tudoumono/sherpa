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" descr="合成評価用図形"/>
          <p:cNvSpPr/>
          <p:nvPr/>
        </p:nvSpPr>
        <p:spPr>
          <a:xfrm>
            <a:off x="300000" y="120000"/>
            <a:ext cx="5200000" cy="420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solidFill>
              <a:srgbClr val="17365D"/>
            </a:solidFill>
          </a:ln>
        </p:spPr>
        <p:txBody>
          <a:bodyPr wrap="square"/>
          <a:lstStyle/>
          <a:p>
            <a:r>
              <a:rPr lang="ja-JP" dirty="0"/>
              <a:t>AI/RAG向け合成設計書</a:t>
            </a:r>
            <a:endParaRPr lang="ja-JP"/>
          </a:p>
        </p:txBody>
      </p:sp>
      <p:sp>
        <p:nvSpPr>
          <p:cNvPr id="10" name="概要" descr="合成評価用図形"/>
          <p:cNvSpPr/>
          <p:nvPr/>
        </p:nvSpPr>
        <p:spPr>
          <a:xfrm>
            <a:off x="600000" y="900000"/>
            <a:ext cx="5000000" cy="700000"/>
          </a:xfrm>
          <a:prstGeom prst="rect">
            <a:avLst/>
          </a:prstGeom>
          <a:solidFill>
            <a:srgbClr val="D9EAF7">
              <a:alpha val="100000"/>
            </a:srgbClr>
          </a:solidFill>
          <a:ln>
            <a:solidFill>
              <a:srgbClr val="17365D"/>
            </a:solidFill>
          </a:ln>
        </p:spPr>
        <p:txBody>
          <a:bodyPr wrap="square"/>
          <a:lstStyle/>
          <a:p>
            <a:r>
              <a:rPr lang="ja-JP" dirty="0"/>
              <a:t>口座照会プレゼン E-PPTX-101</a:t>
            </a:r>
            <a:endParaRPr lang="ja-JP"/>
          </a:p>
        </p:txBody>
      </p:sp>
      <p:graphicFrame>
        <p:nvGraphicFramePr>
          <p:cNvPr id="11" name="画面項目表"/>
          <p:cNvGraphicFramePr/>
          <p:nvPr/>
        </p:nvGraphicFramePr>
        <p:xfrm>
          <a:off x="600000" y="1900000"/>
          <a:ext cx="8000000" cy="1800000"/>
        </p:xfrm>
        <a:graphic>
          <a:graphicData uri="http://schemas.openxmlformats.org/drawingml/2006/table">
            <a:tbl>
              <a:tblPr firstRow="1" bandRow="1"/>
              <a:tblGrid>
                <a:gridCol w="2666666"/>
                <a:gridCol w="2666666"/>
                <a:gridCol w="2666666"/>
              </a:tblGrid>
              <a:tr h="420000">
                <a:tc>
                  <a:txBody>
                    <a:bodyPr/>
                    <a:lstStyle/>
                    <a:p>
                      <a:r>
                        <a:rPr lang="ja-JP" dirty="0"/>
                        <a:t>項目ID</a:t>
                      </a:r>
                      <a:endParaRPr lang="ja-JP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/>
                        <a:t>表示名</a:t>
                      </a:r>
                      <a:endParaRPr lang="ja-JP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/>
                        <a:t>仕様</a:t>
                      </a:r>
                      <a:endParaRPr lang="ja-JP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r>
                        <a:rPr lang="ja-JP" dirty="0"/>
                        <a:t>ACCOUNT_NO</a:t>
                      </a:r>
                      <a:endParaRPr lang="ja-JP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/>
                        <a:t>口座番号</a:t>
                      </a:r>
                      <a:endParaRPr lang="ja-JP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/>
                        <a:t>7桁</a:t>
                      </a:r>
                      <a:endParaRPr lang="ja-JP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r>
                        <a:rPr lang="ja-JP" dirty="0"/>
                        <a:t>ERR_CODE</a:t>
                      </a:r>
                      <a:endParaRPr lang="ja-JP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/>
                        <a:t>エラー</a:t>
                      </a:r>
                      <a:endParaRPr lang="ja-JP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/>
                        <a:t>E-PPTX-101</a:t>
                      </a:r>
                      <a:endParaRPr lang="ja-JP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" descr="合成評価用図形"/>
          <p:cNvSpPr/>
          <p:nvPr/>
        </p:nvSpPr>
        <p:spPr>
          <a:xfrm>
            <a:off x="300000" y="120000"/>
            <a:ext cx="5200000" cy="420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solidFill>
              <a:srgbClr val="17365D"/>
            </a:solidFill>
          </a:ln>
        </p:spPr>
        <p:txBody>
          <a:bodyPr wrap="square"/>
          <a:lstStyle/>
          <a:p>
            <a:r>
              <a:rPr lang="ja-JP" dirty="0"/>
              <a:t>AI/RAG向け合成設計書</a:t>
            </a:r>
            <a:endParaRPr lang="ja-JP"/>
          </a:p>
        </p:txBody>
      </p:sp>
      <p:sp>
        <p:nvSpPr>
          <p:cNvPr id="20" name="補足" descr="合成評価用図形"/>
          <p:cNvSpPr/>
          <p:nvPr/>
        </p:nvSpPr>
        <p:spPr>
          <a:xfrm>
            <a:off x="900000" y="1300000"/>
            <a:ext cx="7600000" cy="900000"/>
          </a:xfrm>
          <a:prstGeom prst="rect">
            <a:avLst/>
          </a:prstGeom>
          <a:solidFill>
            <a:srgbClr val="E2F0D9">
              <a:alpha val="100000"/>
            </a:srgbClr>
          </a:solidFill>
          <a:ln>
            <a:solidFill>
              <a:srgbClr val="17365D"/>
            </a:solidFill>
          </a:ln>
        </p:spPr>
        <p:txBody>
          <a:bodyPr wrap="square"/>
          <a:lstStyle/>
          <a:p>
            <a:r>
              <a:rPr lang="ja-JP" dirty="0"/>
              <a:t>画面ID SCR-PPTX-01。未入力時は更新しない。</a:t>
            </a:r>
            <a:endParaRPr lang="ja-JP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Sherpa evaluation</dc:creator>
  <dc:title>OJA-PPTX-EASY</dc:title>
  <dc:subject>AI/RAG向け日本語Office独立評価</dc:subject>
  <cp:keywords>synthetic;office-ja;rag</cp:keywords>
  <cp:lastModifiedBy>Sherpa evaluation</cp:lastModifiedBy>
  <dcterms:created xsi:type="dcterms:W3CDTF">2020-01-01T00:00:00Z</dcterms:created>
  <dcterms:modified xsi:type="dcterms:W3CDTF">2020-01-01T00:00:00Z</dcterms:modified>
</cp:coreProperties>
</file>