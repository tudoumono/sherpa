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遠隔注記 N-PPTX-REMOTE: H-PPTX-301とA01/A02を関連付ける。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Image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sp>
        <p:nvSpPr>
          <p:cNvPr id="40" name="旧仕様" descr="合成評価用図形"/>
          <p:cNvSpPr/>
          <p:nvPr/>
        </p:nvSpPr>
        <p:spPr>
          <a:xfrm>
            <a:off x="900000" y="900000"/>
            <a:ext cx="6600000" cy="800000"/>
          </a:xfrm>
          <a:prstGeom prst="rect">
            <a:avLst/>
          </a:prstGeom>
          <a:solidFill>
            <a:srgbClr val="F4CCCC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旧仕様: 取消上限50万円 E-PPTX-OLD</a:t>
            </a:r>
            <a:endParaRPr lang="ja-JP"/>
          </a:p>
        </p:txBody>
      </p:sp>
      <p:sp>
        <p:nvSpPr>
          <p:cNvPr id="41" name="白塗り" descr="合成評価用図形"/>
          <p:cNvSpPr/>
          <p:nvPr/>
        </p:nvSpPr>
        <p:spPr>
          <a:xfrm>
            <a:off x="750000" y="750000"/>
            <a:ext cx="7200000" cy="120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/>
            </a:r>
            <a:endParaRPr lang="ja-JP"/>
          </a:p>
        </p:txBody>
      </p:sp>
      <p:sp>
        <p:nvSpPr>
          <p:cNvPr id="42" name="現行仕様" descr="合成評価用図形"/>
          <p:cNvSpPr/>
          <p:nvPr/>
        </p:nvSpPr>
        <p:spPr>
          <a:xfrm>
            <a:off x="900000" y="900000"/>
            <a:ext cx="6600000" cy="800000"/>
          </a:xfrm>
          <a:prstGeom prst="rect">
            <a:avLst/>
          </a:prstGeom>
          <a:solidFill>
            <a:srgbClr val="D9EAD3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H-PPTX-301 現行上限100万円 E-PPTX-301</a:t>
            </a:r>
            <a:endParaRPr lang="ja-JP"/>
          </a:p>
        </p:txBody>
      </p:sp>
      <p:pic>
        <p:nvPicPr>
          <p:cNvPr id="43" name="業務画面キャプチャ" descr="画像内文字を含まない中立説明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7900000" y="1200000"/>
            <a:ext cx="3800000" cy="2137500"/>
          </a:xfrm>
          <a:prstGeom prst="rect">
            <a:avLst/>
          </a:prstGeom>
        </p:spPr>
      </p:pic>
      <p:grpSp>
        <p:nvGrpSpPr>
          <p:cNvPr id="401" name="取消制御フロー"/>
          <p:cNvGrpSpPr/>
          <p:nvPr/>
        </p:nvGrpSpPr>
        <p:grpSpPr>
          <a:xfrm>
            <a:off x="700000" y="4100000"/>
            <a:ext cx="5600000" cy="800000"/>
            <a:chOff x="0" y="0"/>
            <a:chExt cx="5600000" cy="800000"/>
          </a:xfrm>
        </p:grpSpPr>
        <p:sp>
          <p:nvSpPr>
            <p:cNvPr id="402" name="処理A01" descr="合成評価用図形"/>
            <p:cNvSpPr/>
            <p:nvPr/>
          </p:nvSpPr>
          <p:spPr>
            <a:xfrm>
              <a:off x="0" y="0"/>
              <a:ext cx="2200000" cy="800000"/>
            </a:xfrm>
            <a:prstGeom prst="rect">
              <a:avLst/>
            </a:prstGeom>
            <a:solidFill>
              <a:srgbClr val="D9EAF7">
                <a:alpha val="100000"/>
              </a:srgbClr>
            </a:solidFill>
            <a:ln>
              <a:solidFill>
                <a:srgbClr val="17365D"/>
              </a:solidFill>
            </a:ln>
          </p:spPr>
          <p:txBody>
            <a:bodyPr wrap="square"/>
            <a:lstStyle/>
            <a:p>
              <a:r>
                <a:rPr lang="ja-JP" dirty="0"/>
                <a:t>A01 入力検証</a:t>
              </a:r>
              <a:endParaRPr lang="ja-JP"/>
            </a:p>
          </p:txBody>
        </p:sp>
        <p:sp>
          <p:nvSpPr>
            <p:cNvPr id="403" name="処理A02" descr="合成評価用図形"/>
            <p:cNvSpPr/>
            <p:nvPr/>
          </p:nvSpPr>
          <p:spPr>
            <a:xfrm>
              <a:off x="3400000" y="0"/>
              <a:ext cx="2200000" cy="80000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>
              <a:solidFill>
                <a:srgbClr val="17365D"/>
              </a:solidFill>
            </a:ln>
          </p:spPr>
          <p:txBody>
            <a:bodyPr wrap="square"/>
            <a:lstStyle/>
            <a:p>
              <a:r>
                <a:rPr lang="ja-JP" dirty="0"/>
                <a:t>A02 更新確定</a:t>
              </a:r>
              <a:endParaRPr lang="ja-JP"/>
            </a:p>
          </p:txBody>
        </p:sp>
        <p:cxnSp>
          <p:nvCxnSpPr>
            <p:cNvPr id="404" name="A01からA02"/>
            <p:cNvCxnSpPr>
              <a:stCxn id="402" idx="2"/>
              <a:endCxn id="403" idx="0"/>
            </p:cNvCxnSpPr>
            <p:nvPr/>
          </p:nvCxnSpPr>
          <p:spPr>
            <a:xfrm>
              <a:off x="2200000" y="400000"/>
              <a:ext cx="1200000" cy="0"/>
            </a:xfrm>
            <a:prstGeom prst="line">
              <a:avLst/>
            </a:prstGeom>
            <a:ln>
              <a:solidFill>
                <a:srgbClr val="C00000"/>
              </a:solidFill>
              <a:tailEnd type="triangle"/>
            </a:ln>
          </p:spPr>
        </p:cxnSp>
      </p:grpSp>
      <p:sp>
        <p:nvSpPr>
          <p:cNvPr id="405" name="透明廃止" descr="背景透過オブジェクトがA01に重なる"/>
          <p:cNvSpPr/>
          <p:nvPr/>
        </p:nvSpPr>
        <p:spPr>
          <a:xfrm>
            <a:off x="700000" y="4100000"/>
            <a:ext cx="22000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廃止</a:t>
            </a:r>
            <a:endParaRPr lang="ja-JP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sp>
        <p:nvSpPr>
          <p:cNvPr id="50" name="旧仕様隠し" descr="合成評価用図形"/>
          <p:cNvSpPr/>
          <p:nvPr/>
        </p:nvSpPr>
        <p:spPr>
          <a:xfrm>
            <a:off x="900000" y="1200000"/>
            <a:ext cx="8000000" cy="1000000"/>
          </a:xfrm>
          <a:prstGeom prst="rect">
            <a:avLst/>
          </a:prstGeom>
          <a:solidFill>
            <a:srgbClr val="F4CCCC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非表示スライド H-PPTX-HIDDEN: 取消上限30万円</a:t>
            </a:r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sp>
        <p:nvSpPr>
          <p:cNvPr id="60" name="末尾条件" descr="合成評価用図形"/>
          <p:cNvSpPr/>
          <p:nvPr/>
        </p:nvSpPr>
        <p:spPr>
          <a:xfrm>
            <a:off x="800000" y="1200000"/>
            <a:ext cx="8600000" cy="1000000"/>
          </a:xfrm>
          <a:prstGeom prst="rect">
            <a:avLst/>
          </a:prstGeom>
          <a:solidFill>
            <a:srgbClr val="D9EAF7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遠隔注記参照後、A01正常時だけA02を実行する。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Sherpa evaluation</dc:creator>
  <dc:title>OJA-PPTX-HARD</dc:title>
  <dc:subject>AI/RAG向け日本語Office独立評価</dc:subject>
  <cp:keywords>synthetic;office-ja;rag</cp:keywords>
  <cp:lastModifiedBy>Sherpa evaluation</cp:lastModifiedBy>
  <dcterms:created xsi:type="dcterms:W3CDTF">2020-01-01T00:00:00Z</dcterms:created>
  <dcterms:modified xsi:type="dcterms:W3CDTF">2020-01-01T00:00:00Z</dcterms:modified>
</cp:coreProperties>
</file>