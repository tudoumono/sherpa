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タイトル" descr="合成評価用図形"/>
          <p:cNvSpPr/>
          <p:nvPr/>
        </p:nvSpPr>
        <p:spPr>
          <a:xfrm>
            <a:off x="300000" y="120000"/>
            <a:ext cx="5200000" cy="420000"/>
          </a:xfrm>
          <a:prstGeom prst="rect">
            <a:avLst/>
          </a:prstGeom>
          <a:solidFill>
            <a:srgbClr val="FFFFFF">
              <a:alpha val="100000"/>
            </a:srgbClr>
          </a:solidFill>
          <a:ln>
            <a:solidFill>
              <a:srgbClr val="17365D"/>
            </a:solidFill>
          </a:ln>
        </p:spPr>
        <p:txBody>
          <a:bodyPr wrap="square"/>
          <a:lstStyle/>
          <a:p>
            <a:r>
              <a:rPr lang="ja-JP" dirty="0"/>
              <a:t>AI/RAG向け合成設計書</a:t>
            </a:r>
            <a:endParaRPr lang="ja-JP"/>
          </a:p>
        </p:txBody>
      </p:sp>
      <p:sp>
        <p:nvSpPr>
          <p:cNvPr id="70" name="単一長文コンテナ" descr="合成評価用図形"/>
          <p:cNvSpPr txBox="1"/>
          <p:nvPr/>
        </p:nvSpPr>
        <p:spPr>
          <a:xfrm>
            <a:off x="250000" y="650000"/>
            <a:ext cx="11600000" cy="5900000"/>
          </a:xfrm>
          <a:prstGeom prst="rect">
            <a:avLst/>
          </a:prstGeom>
          <a:solidFill>
            <a:srgbClr val="F2F6FA">
              <a:alpha val="100000"/>
            </a:srgbClr>
          </a:solidFill>
          <a:ln>
            <a:solidFill>
              <a:srgbClr val="17365D"/>
            </a:solidFill>
          </a:ln>
        </p:spPr>
        <p:txBody>
          <a:bodyPr wrap="square"/>
          <a:lstStyle/>
          <a:p>
            <a:r>
              <a:rPr lang="ja-JP" dirty="0" sz="500"/>
              <a:t>LD-0001 LD-BEGIN-0001 条件:受付番号が入力済みで処理区分が新規の場合。真:P-0002で入力検証を続ける。偽:E-LD-0001を記録してDB更新を行わない。</a:t>
            </a:r>
            <a:endParaRPr lang="ja-JP" sz="500"/>
          </a:p>
          <a:p>
            <a:r>
              <a:rPr lang="ja-JP" dirty="0" sz="500"/>
              <a:t>LD-0002 条件:口座状態02が取引可能で利用停止理由が未設定の場合。真:P-0003で残高を照会する。偽:E-LD-0002を記録してDB更新を行わない。</a:t>
            </a:r>
            <a:endParaRPr lang="ja-JP" sz="500"/>
          </a:p>
          <a:p>
            <a:r>
              <a:rPr lang="ja-JP" dirty="0" sz="500"/>
              <a:t>LD-0003 条件:取引金額区分3が日次限度内で累計額との合計も限度以下の場合。真:P-0004で手数料を計算する。偽:E-LD-0003を記録して承認待ちへ遷移する。</a:t>
            </a:r>
            <a:endParaRPr lang="ja-JP" sz="500"/>
          </a:p>
          <a:p>
            <a:r>
              <a:rPr lang="ja-JP" dirty="0" sz="500"/>
              <a:t>LD-0004 条件:基準日区分4が営業日で締め時刻前の場合。真:P-0005で当日扱いにする。偽:P-DEFERへ遷移して翌営業日扱いにする。</a:t>
            </a:r>
            <a:endParaRPr lang="ja-JP" sz="500"/>
          </a:p>
          <a:p>
            <a:r>
              <a:rPr lang="ja-JP" dirty="0" sz="500"/>
              <a:t>LD-0005 条件:参照SQLのSQLCODEが0かつ取得件数が1件の場合。真:P-0006で取得値をワークへ設定する。偽:E-LD-0005を記録して作業単位をロールバックする。</a:t>
            </a:r>
            <a:endParaRPr lang="ja-JP" sz="500"/>
          </a:p>
          <a:p>
            <a:r>
              <a:rPr lang="ja-JP" dirty="0" sz="500"/>
              <a:t>LD-0006 条件:承認区分1が承認済みまたは承認不要で、取消フラグが無効の場合。真:P-0007で更新処理へ進む。偽:E-LD-0006を記録して承認待ちにする。</a:t>
            </a:r>
            <a:endParaRPr lang="ja-JP" sz="500"/>
          </a:p>
          <a:p>
            <a:r>
              <a:rPr lang="ja-JP" dirty="0" sz="500"/>
              <a:t>LD-0007 条件:外部応答コード07が正常かつ応答時刻がタイムアウト以内の場合。真:P-0008で応答項目を反映する。偽:E-LD-0007を記録して再送判定へ進む。</a:t>
            </a:r>
            <a:endParaRPr lang="ja-JP" sz="500"/>
          </a:p>
          <a:p>
            <a:r>
              <a:rPr lang="ja-JP" dirty="0" sz="500"/>
              <a:t>LD-0008 条件:更新前後の整合性検査08が成功し排他版番号が一致する場合。真:P-0009で次明細を処理する。偽:E-LD-0008を記録して全更新を取り消す。</a:t>
            </a:r>
            <a:endParaRPr lang="ja-JP" sz="500"/>
          </a:p>
          <a:p>
            <a:r>
              <a:rPr lang="ja-JP" dirty="0" sz="500"/>
              <a:t>LD-0009 条件:入力項目09が必須かつ正規化後も空でない場合。真:P-0010で桁数検証する。偽:E-LD-0009を記録して入力画面へ戻す。</a:t>
            </a:r>
            <a:endParaRPr lang="ja-JP" sz="500"/>
          </a:p>
          <a:p>
            <a:r>
              <a:rPr lang="ja-JP" dirty="0" sz="500"/>
              <a:t>LD-0010 条件:口座状態10が取引可能で利用停止理由が未設定の場合。真:P-0011で残高を照会する。偽:E-LD-0010を記録してDB更新を行わない。</a:t>
            </a:r>
            <a:endParaRPr lang="ja-JP" sz="500"/>
          </a:p>
          <a:p>
            <a:r>
              <a:rPr lang="ja-JP" dirty="0" sz="500"/>
              <a:t>LD-0011 条件:取引金額区分2が日次限度内で累計額との合計も限度以下の場合。真:P-0012で手数料を計算する。偽:E-LD-0011を記録して承認待ちへ遷移する。</a:t>
            </a:r>
            <a:endParaRPr lang="ja-JP" sz="500"/>
          </a:p>
          <a:p>
            <a:r>
              <a:rPr lang="ja-JP" dirty="0" sz="500"/>
              <a:t>LD-0012 条件:基準日区分5が営業日で締め時刻前の場合。真:P-0013で当日扱いにする。偽:P-DEFERへ遷移して翌営業日扱いにする。</a:t>
            </a:r>
            <a:endParaRPr lang="ja-JP" sz="500"/>
          </a:p>
          <a:p>
            <a:r>
              <a:rPr lang="ja-JP" dirty="0" sz="500"/>
              <a:t>LD-0013 条件:参照SQLのSQLCODEが0かつ取得件数が1件の場合。真:P-0014で取得値をワークへ設定する。偽:E-LD-0013を記録して作業単位をロールバックする。</a:t>
            </a:r>
            <a:endParaRPr lang="ja-JP" sz="500"/>
          </a:p>
          <a:p>
            <a:r>
              <a:rPr lang="ja-JP" dirty="0" sz="500"/>
              <a:t>LD-0014 条件:承認区分4が承認済みまたは承認不要で、取消フラグが無効の場合。真:P-0015で更新処理へ進む。偽:E-LD-0014を記録して承認待ちにする。</a:t>
            </a:r>
            <a:endParaRPr lang="ja-JP" sz="500"/>
          </a:p>
          <a:p>
            <a:r>
              <a:rPr lang="ja-JP" dirty="0" sz="500"/>
              <a:t>LD-0015 条件:外部応答コード02が正常かつ応答時刻がタイムアウト以内の場合。真:P-0016で応答項目を反映する。偽:E-LD-0015を記録して再送判定へ進む。</a:t>
            </a:r>
            <a:endParaRPr lang="ja-JP" sz="500"/>
          </a:p>
          <a:p>
            <a:r>
              <a:rPr lang="ja-JP" dirty="0" sz="500"/>
              <a:t>LD-0016 条件:更新前後の整合性検査16が成功し排他版番号が一致する場合。真:P-0017で次明細を処理する。偽:E-LD-0016を記録して全更新を取り消す。</a:t>
            </a:r>
            <a:endParaRPr lang="ja-JP" sz="500"/>
          </a:p>
          <a:p>
            <a:r>
              <a:rPr lang="ja-JP" dirty="0" sz="500"/>
              <a:t>LD-0017 条件:入力項目17が必須かつ正規化後も空でない場合。真:P-0018で桁数検証する。偽:E-LD-0017を記録して入力画面へ戻す。</a:t>
            </a:r>
            <a:endParaRPr lang="ja-JP" sz="500"/>
          </a:p>
          <a:p>
            <a:r>
              <a:rPr lang="ja-JP" dirty="0" sz="500"/>
              <a:t>LD-0018 条件:口座状態07が取引可能で利用停止理由が未設定の場合。真:P-0019で残高を照会する。偽:E-LD-0018を記録してDB更新を行わない。</a:t>
            </a:r>
            <a:endParaRPr lang="ja-JP" sz="500"/>
          </a:p>
          <a:p>
            <a:r>
              <a:rPr lang="ja-JP" dirty="0" sz="500"/>
              <a:t>LD-0019 条件:取引金額区分1が日次限度内で累計額との合計も限度以下の場合。真:P-0020で手数料を計算する。偽:E-LD-0019を記録して承認待ちへ遷移する。</a:t>
            </a:r>
            <a:endParaRPr lang="ja-JP" sz="500"/>
          </a:p>
          <a:p>
            <a:r>
              <a:rPr lang="ja-JP" dirty="0" sz="500"/>
              <a:t>LD-0020 条件:基準日区分6が営業日で締め時刻前の場合。真:P-0021で当日扱いにする。偽:P-DEFERへ遷移して翌営業日扱いにする。</a:t>
            </a:r>
            <a:endParaRPr lang="ja-JP" sz="500"/>
          </a:p>
          <a:p>
            <a:r>
              <a:rPr lang="ja-JP" dirty="0" sz="500"/>
              <a:t>LD-0021 条件:参照SQLのSQLCODEが0かつ取得件数が1件の場合。真:P-0022で取得値をワークへ設定する。偽:E-LD-0021を記録して作業単位をロールバックする。</a:t>
            </a:r>
            <a:endParaRPr lang="ja-JP" sz="500"/>
          </a:p>
          <a:p>
            <a:r>
              <a:rPr lang="ja-JP" dirty="0" sz="500"/>
              <a:t>LD-0022 条件:承認区分2が承認済みまたは承認不要で、取消フラグが無効の場合。真:P-0023で更新処理へ進む。偽:E-LD-0022を記録して承認待ちにする。</a:t>
            </a:r>
            <a:endParaRPr lang="ja-JP" sz="500"/>
          </a:p>
          <a:p>
            <a:r>
              <a:rPr lang="ja-JP" dirty="0" sz="500"/>
              <a:t>LD-0023 条件:外部応答コード10が正常かつ応答時刻がタイムアウト以内の場合。真:P-0024で応答項目を反映する。偽:E-LD-0023を記録して再送判定へ進む。</a:t>
            </a:r>
            <a:endParaRPr lang="ja-JP" sz="500"/>
          </a:p>
          <a:p>
            <a:r>
              <a:rPr lang="ja-JP" dirty="0" sz="500"/>
              <a:t>LD-0024 条件:更新前後の整合性検査05が成功し排他版番号が一致する場合。真:P-0025で次明細を処理する。偽:E-LD-0024を記録して全更新を取り消す。</a:t>
            </a:r>
            <a:endParaRPr lang="ja-JP" sz="500"/>
          </a:p>
          <a:p>
            <a:r>
              <a:rPr lang="ja-JP" dirty="0" sz="500"/>
              <a:t>LD-0025 条件:入力項目02が必須かつ正規化後も空でない場合。真:P-0026で桁数検証する。偽:E-LD-0025を記録して入力画面へ戻す。</a:t>
            </a:r>
            <a:endParaRPr lang="ja-JP" sz="500"/>
          </a:p>
          <a:p>
            <a:r>
              <a:rPr lang="ja-JP" dirty="0" sz="500"/>
              <a:t>LD-0026 条件:口座状態04が取引可能で利用停止理由が未設定の場合。真:P-0027で残高を照会する。偽:E-LD-0026を記録してDB更新を行わない。</a:t>
            </a:r>
            <a:endParaRPr lang="ja-JP" sz="500"/>
          </a:p>
          <a:p>
            <a:r>
              <a:rPr lang="ja-JP" dirty="0" sz="500"/>
              <a:t>LD-0027 条件:取引金額区分0が日次限度内で累計額との合計も限度以下の場合。真:P-0028で手数料を計算する。偽:E-LD-0027を記録して承認待ちへ遷移する。</a:t>
            </a:r>
            <a:endParaRPr lang="ja-JP" sz="500"/>
          </a:p>
          <a:p>
            <a:r>
              <a:rPr lang="ja-JP" dirty="0" sz="500"/>
              <a:t>LD-0028 条件:基準日区分0が営業日で締め時刻前の場合。真:P-0029で当日扱いにする。偽:P-DEFERへ遷移して翌営業日扱いにする。</a:t>
            </a:r>
            <a:endParaRPr lang="ja-JP" sz="500"/>
          </a:p>
          <a:p>
            <a:r>
              <a:rPr lang="ja-JP" dirty="0" sz="500"/>
              <a:t>LD-0029 条件:参照SQLのSQLCODEが0かつ取得件数が1件の場合。真:P-0030で取得値をワークへ設定する。偽:E-LD-0029を記録して作業単位をロールバックする。</a:t>
            </a:r>
            <a:endParaRPr lang="ja-JP" sz="500"/>
          </a:p>
          <a:p>
            <a:r>
              <a:rPr lang="ja-JP" dirty="0" sz="500"/>
              <a:t>LD-0030 条件:承認区分0が承認済みまたは承認不要で、取消フラグが無効の場合。真:P-0031で更新処理へ進む。偽:E-LD-0030を記録して承認待ちにする。</a:t>
            </a:r>
            <a:endParaRPr lang="ja-JP" sz="500"/>
          </a:p>
          <a:p>
            <a:r>
              <a:rPr lang="ja-JP" dirty="0" sz="500"/>
              <a:t>LD-0031 条件:外部応答コード05が正常かつ応答時刻がタイムアウト以内の場合。真:P-0032で応答項目を反映する。偽:E-LD-0031を記録して再送判定へ進む。</a:t>
            </a:r>
            <a:endParaRPr lang="ja-JP" sz="500"/>
          </a:p>
          <a:p>
            <a:r>
              <a:rPr lang="ja-JP" dirty="0" sz="500"/>
              <a:t>LD-0032 条件:更新前後の整合性検査13が成功し排他版番号が一致する場合。真:P-0033で次明細を処理する。偽:E-LD-0032を記録して全更新を取り消す。</a:t>
            </a:r>
            <a:endParaRPr lang="ja-JP" sz="500"/>
          </a:p>
          <a:p>
            <a:r>
              <a:rPr lang="ja-JP" dirty="0" sz="500"/>
              <a:t>LD-0033 条件:入力項目10が必須かつ正規化後も空でない場合。真:P-0034で桁数検証する。偽:E-LD-0033を記録して入力画面へ戻す。</a:t>
            </a:r>
            <a:endParaRPr lang="ja-JP" sz="500"/>
          </a:p>
          <a:p>
            <a:r>
              <a:rPr lang="ja-JP" dirty="0" sz="500"/>
              <a:t>LD-0034 条件:口座状態01が取引可能で利用停止理由が未設定の場合。真:P-0035で残高を照会する。偽:E-LD-0034を記録してDB更新を行わない。</a:t>
            </a:r>
            <a:endParaRPr lang="ja-JP" sz="500"/>
          </a:p>
          <a:p>
            <a:r>
              <a:rPr lang="ja-JP" dirty="0" sz="500"/>
              <a:t>LD-0035 条件:取引金額区分8が日次限度内で累計額との合計も限度以下の場合。真:P-0036で手数料を計算する。偽:E-LD-0035を記録して承認待ちへ遷移する。</a:t>
            </a:r>
            <a:endParaRPr lang="ja-JP" sz="500"/>
          </a:p>
          <a:p>
            <a:r>
              <a:rPr lang="ja-JP" dirty="0" sz="500"/>
              <a:t>LD-0036 条件:基準日区分1が営業日で締め時刻前の場合。真:P-0037で当日扱いにする。偽:P-DEFERへ遷移して翌営業日扱いにする。</a:t>
            </a:r>
            <a:endParaRPr lang="ja-JP" sz="500"/>
          </a:p>
          <a:p>
            <a:r>
              <a:rPr lang="ja-JP" dirty="0" sz="500"/>
              <a:t>LD-0037 条件:(チャネルがATMまたはインターネット)かつ口座状態が凍結ではなく、顧客認証レベルが2以上の場合。真:P-0038で取引制限を照会する。偽:E-LD-0037を記録し認証再実行画面へ戻す。</a:t>
            </a:r>
            <a:endParaRPr lang="ja-JP" sz="500"/>
          </a:p>
          <a:p>
            <a:r>
              <a:rPr lang="ja-JP" dirty="0" sz="500"/>
              <a:t>LD-0038 条件:承認区分3が承認済みまたは承認不要で、取消フラグが無効の場合。真:P-0039で更新処理へ進む。偽:E-LD-0038を記録して承認待ちにする。</a:t>
            </a:r>
            <a:endParaRPr lang="ja-JP" sz="500"/>
          </a:p>
          <a:p>
            <a:r>
              <a:rPr lang="ja-JP" dirty="0" sz="500"/>
              <a:t>LD-0039 条件:外部応答コード00が正常かつ応答時刻がタイムアウト以内の場合。真:P-0040で応答項目を反映する。偽:E-LD-0039を記録して再送判定へ進む。</a:t>
            </a:r>
            <a:endParaRPr lang="ja-JP" sz="500"/>
          </a:p>
          <a:p>
            <a:r>
              <a:rPr lang="ja-JP" dirty="0" sz="500"/>
              <a:t>LD-0040 条件:更新前後の整合性検査02が成功し排他版番号が一致する場合。真:P-0041で次明細を処理する。偽:E-LD-0040を記録して全更新を取り消す。</a:t>
            </a:r>
            <a:endParaRPr lang="ja-JP" sz="500"/>
          </a:p>
          <a:p>
            <a:r>
              <a:rPr lang="ja-JP" dirty="0" sz="500"/>
              <a:t>LD-0041 条件:入力項目18が必須かつ正規化後も空でない場合。真:P-0042で桁数検証する。偽:E-LD-0041を記録して入力画面へ戻す。</a:t>
            </a:r>
            <a:endParaRPr lang="ja-JP" sz="500"/>
          </a:p>
          <a:p>
            <a:r>
              <a:rPr lang="ja-JP" dirty="0" sz="500"/>
              <a:t>LD-0042 条件:口座状態09が取引可能で利用停止理由が未設定の場合。真:P-0043で残高を照会する。偽:E-LD-0042を記録してDB更新を行わない。</a:t>
            </a:r>
            <a:endParaRPr lang="ja-JP" sz="500"/>
          </a:p>
          <a:p>
            <a:r>
              <a:rPr lang="ja-JP" dirty="0" sz="500"/>
              <a:t>LD-0043 条件:取引金額区分7が日次限度内で累計額との合計も限度以下の場合。真:P-0044で手数料を計算する。偽:E-LD-0043を記録して承認待ちへ遷移する。</a:t>
            </a:r>
            <a:endParaRPr lang="ja-JP" sz="500"/>
          </a:p>
          <a:p>
            <a:r>
              <a:rPr lang="ja-JP" dirty="0" sz="500"/>
              <a:t>LD-0044 条件:基準日区分2が営業日で締め時刻前の場合。真:P-0045で当日扱いにする。偽:P-DEFERへ遷移して翌営業日扱いにする。</a:t>
            </a:r>
            <a:endParaRPr lang="ja-JP" sz="500"/>
          </a:p>
          <a:p>
            <a:r>
              <a:rPr lang="ja-JP" dirty="0" sz="500"/>
              <a:t>LD-0045 条件:参照SQLのSQLCODEが0かつ取得件数が1件の場合。真:P-0046で取得値をワークへ設定する。偽:E-LD-0045を記録して作業単位をロールバックする。</a:t>
            </a:r>
            <a:endParaRPr lang="ja-JP" sz="500"/>
          </a:p>
          <a:p>
            <a:r>
              <a:rPr lang="ja-JP" dirty="0" sz="500"/>
              <a:t>LD-0046 条件:承認区分1が承認済みまたは承認不要で、取消フラグが無効の場合。真:P-0047で更新処理へ進む。偽:E-LD-0046を記録して承認待ちにする。</a:t>
            </a:r>
            <a:endParaRPr lang="ja-JP" sz="500"/>
          </a:p>
          <a:p>
            <a:r>
              <a:rPr lang="ja-JP" dirty="0" sz="500"/>
              <a:t>LD-0047 条件:外部応答コード08が正常かつ応答時刻がタイムアウト以内の場合。真:P-0048で応答項目を反映する。偽:E-LD-0047を記録して再送判定へ進む。</a:t>
            </a:r>
            <a:endParaRPr lang="ja-JP" sz="500"/>
          </a:p>
          <a:p>
            <a:r>
              <a:rPr lang="ja-JP" dirty="0" sz="500"/>
              <a:t>LD-0048 条件:更新前後の整合性検査10が成功し排他版番号が一致する場合。真:P-0049で次明細を処理する。偽:E-LD-0048を記録して全更新を取り消す。</a:t>
            </a:r>
            <a:endParaRPr lang="ja-JP" sz="500"/>
          </a:p>
          <a:p>
            <a:r>
              <a:rPr lang="ja-JP" dirty="0" sz="500"/>
              <a:t>LD-0049 条件:入力項目03が必須かつ正規化後も空でない場合。真:P-0050で桁数検証する。偽:E-LD-0049を記録して入力画面へ戻す。</a:t>
            </a:r>
            <a:endParaRPr lang="ja-JP" sz="500"/>
          </a:p>
          <a:p>
            <a:r>
              <a:rPr lang="ja-JP" dirty="0" sz="500"/>
              <a:t>LD-0050 条件:口座状態06が取引可能で利用停止理由が未設定の場合。真:P-0051で残高を照会する。偽:E-LD-0050を記録してDB更新を行わない。</a:t>
            </a:r>
            <a:endParaRPr lang="ja-JP" sz="500"/>
          </a:p>
          <a:p>
            <a:r>
              <a:rPr lang="ja-JP" dirty="0" sz="500"/>
              <a:t>LD-0051 条件:取引金額区分6が日次限度内で累計額との合計も限度以下の場合。真:P-0052で手数料を計算する。偽:E-LD-0051を記録して承認待ちへ遷移する。</a:t>
            </a:r>
            <a:endParaRPr lang="ja-JP" sz="500"/>
          </a:p>
          <a:p>
            <a:r>
              <a:rPr lang="ja-JP" dirty="0" sz="500"/>
              <a:t>LD-0052 条件:基準日区分3が営業日で締め時刻前の場合。真:P-0053で当日扱いにする。偽:P-DEFERへ遷移して翌営業日扱いにする。</a:t>
            </a:r>
            <a:endParaRPr lang="ja-JP" sz="500"/>
          </a:p>
          <a:p>
            <a:r>
              <a:rPr lang="ja-JP" dirty="0" sz="500"/>
              <a:t>LD-0053 条件:参照SQLのSQLCODEが0かつ取得件数が1件の場合。真:P-0054で取得値をワークへ設定する。偽:E-LD-0053を記録して作業単位をロールバックする。</a:t>
            </a:r>
            <a:endParaRPr lang="ja-JP" sz="500"/>
          </a:p>
          <a:p>
            <a:r>
              <a:rPr lang="ja-JP" dirty="0" sz="500"/>
              <a:t>LD-0054 条件:承認区分4が承認済みまたは承認不要で、取消フラグが無効の場合。真:P-0055で更新処理へ進む。偽:E-LD-0054を記録して承認待ちにする。</a:t>
            </a:r>
            <a:endParaRPr lang="ja-JP" sz="500"/>
          </a:p>
          <a:p>
            <a:r>
              <a:rPr lang="ja-JP" dirty="0" sz="500"/>
              <a:t>LD-0055 条件:外部応答コード03が正常かつ応答時刻がタイムアウト以内の場合。真:P-0056で応答項目を反映する。偽:E-LD-0055を記録して再送判定へ進む。</a:t>
            </a:r>
            <a:endParaRPr lang="ja-JP" sz="500"/>
          </a:p>
          <a:p>
            <a:r>
              <a:rPr lang="ja-JP" dirty="0" sz="500"/>
              <a:t>LD-0056 条件:更新前後の整合性検査18が成功し排他版番号が一致する場合。真:P-0057で次明細を処理する。偽:E-LD-0056を記録して全更新を取り消す。</a:t>
            </a:r>
            <a:endParaRPr lang="ja-JP" sz="500"/>
          </a:p>
          <a:p>
            <a:r>
              <a:rPr lang="ja-JP" dirty="0" sz="500"/>
              <a:t>LD-0057 条件:入力項目11が必須かつ正規化後も空でない場合。真:P-0058で桁数検証する。偽:E-LD-0057を記録して入力画面へ戻す。</a:t>
            </a:r>
            <a:endParaRPr lang="ja-JP" sz="500"/>
          </a:p>
          <a:p>
            <a:r>
              <a:rPr lang="ja-JP" dirty="0" sz="500"/>
              <a:t>LD-0058 条件:口座状態03が取引可能で利用停止理由が未設定の場合。真:P-0059で残高を照会する。偽:E-LD-0058を記録してDB更新を行わない。</a:t>
            </a:r>
            <a:endParaRPr lang="ja-JP" sz="500"/>
          </a:p>
          <a:p>
            <a:r>
              <a:rPr lang="ja-JP" dirty="0" sz="500"/>
              <a:t>LD-0059 条件:取引金額区分5が日次限度内で累計額との合計も限度以下の場合。真:P-0060で手数料を計算する。偽:E-LD-0059を記録して承認待ちへ遷移する。</a:t>
            </a:r>
            <a:endParaRPr lang="ja-JP" sz="500"/>
          </a:p>
          <a:p>
            <a:r>
              <a:rPr lang="ja-JP" dirty="0" sz="500"/>
              <a:t>LD-0060 条件:基準日区分4が営業日で締め時刻前の場合。真:P-0061で当日扱いにする。偽:P-DEFERへ遷移して翌営業日扱いにする。</a:t>
            </a:r>
            <a:endParaRPr lang="ja-JP" sz="500"/>
          </a:p>
          <a:p>
            <a:r>
              <a:rPr lang="ja-JP" dirty="0" sz="500"/>
              <a:t>LD-0061 条件:参照SQLのSQLCODEが0かつ取得件数が1件の場合。真:P-0062で取得値をワークへ設定する。偽:E-LD-0061を記録して作業単位をロールバックする。</a:t>
            </a:r>
            <a:endParaRPr lang="ja-JP" sz="500"/>
          </a:p>
          <a:p>
            <a:r>
              <a:rPr lang="ja-JP" dirty="0" sz="500"/>
              <a:t>LD-0062 条件:承認区分2が承認済みまたは承認不要で、取消フラグが無効の場合。真:P-0063で更新処理へ進む。偽:E-LD-0062を記録して承認待ちにする。</a:t>
            </a:r>
            <a:endParaRPr lang="ja-JP" sz="500"/>
          </a:p>
          <a:p>
            <a:r>
              <a:rPr lang="ja-JP" dirty="0" sz="500"/>
              <a:t>LD-0063 条件:外部応答コード11が正常かつ応答時刻がタイムアウト以内の場合。真:P-0064で応答項目を反映する。偽:E-LD-0063を記録して再送判定へ進む。</a:t>
            </a:r>
            <a:endParaRPr lang="ja-JP" sz="500"/>
          </a:p>
          <a:p>
            <a:r>
              <a:rPr lang="ja-JP" dirty="0" sz="500"/>
              <a:t>LD-0064 条件:更新前後の整合性検査07が成功し排他版番号が一致する場合。真:P-0065で次明細を処理する。偽:E-LD-0064を記録して全更新を取り消す。</a:t>
            </a:r>
            <a:endParaRPr lang="ja-JP" sz="500"/>
          </a:p>
          <a:p>
            <a:r>
              <a:rPr lang="ja-JP" dirty="0" sz="500"/>
              <a:t>LD-0065 条件:入力項目19が必須かつ正規化後も空でない場合。真:P-0066で桁数検証する。偽:E-LD-0065を記録して入力画面へ戻す。</a:t>
            </a:r>
            <a:endParaRPr lang="ja-JP" sz="500"/>
          </a:p>
          <a:p>
            <a:r>
              <a:rPr lang="ja-JP" dirty="0" sz="500"/>
              <a:t>LD-0066 条件:口座状態00が取引可能で利用停止理由が未設定の場合。真:P-0067で残高を照会する。偽:E-LD-0066を記録してDB更新を行わない。</a:t>
            </a:r>
            <a:endParaRPr lang="ja-JP" sz="500"/>
          </a:p>
          <a:p>
            <a:r>
              <a:rPr lang="ja-JP" dirty="0" sz="500"/>
              <a:t>LD-0067 条件:取引金額区分4が日次限度内で累計額との合計も限度以下の場合。真:P-0068で手数料を計算する。偽:E-LD-0067を記録して承認待ちへ遷移する。</a:t>
            </a:r>
            <a:endParaRPr lang="ja-JP" sz="500"/>
          </a:p>
          <a:p>
            <a:r>
              <a:rPr lang="ja-JP" dirty="0" sz="500"/>
              <a:t>LD-0068 条件:基準日区分5が営業日で締め時刻前の場合。真:P-0069で当日扱いにする。偽:P-DEFERへ遷移して翌営業日扱いにする。</a:t>
            </a:r>
            <a:endParaRPr lang="ja-JP" sz="500"/>
          </a:p>
          <a:p>
            <a:r>
              <a:rPr lang="ja-JP" dirty="0" sz="500"/>
              <a:t>LD-0069 条件:参照SQLのSQLCODEが0かつ取得件数が1件の場合。真:P-0070で取得値をワークへ設定する。偽:E-LD-0069を記録して作業単位をロールバックする。</a:t>
            </a:r>
            <a:endParaRPr lang="ja-JP" sz="500"/>
          </a:p>
          <a:p>
            <a:r>
              <a:rPr lang="ja-JP" dirty="0" sz="500"/>
              <a:t>LD-0070 条件:承認区分0が承認済みまたは承認不要で、取消フラグが無効の場合。真:P-0071で更新処理へ進む。偽:E-LD-0070を記録して承認待ちにする。</a:t>
            </a:r>
            <a:endParaRPr lang="ja-JP" sz="500"/>
          </a:p>
          <a:p>
            <a:r>
              <a:rPr lang="ja-JP" dirty="0" sz="500"/>
              <a:t>LD-0071 条件:外部応答コード06が正常かつ応答時刻がタイムアウト以内の場合。真:P-0072で応答項目を反映する。偽:E-LD-0071を記録して再送判定へ進む。</a:t>
            </a:r>
            <a:endParaRPr lang="ja-JP" sz="500"/>
          </a:p>
          <a:p>
            <a:r>
              <a:rPr lang="ja-JP" dirty="0" sz="500"/>
              <a:t>LD-0072 条件:更新前後の整合性検査15が成功し排他版番号が一致する場合。真:P-0073で次明細を処理する。偽:E-LD-0072を記録して全更新を取り消す。</a:t>
            </a:r>
            <a:endParaRPr lang="ja-JP" sz="500"/>
          </a:p>
          <a:p>
            <a:r>
              <a:rPr lang="ja-JP" dirty="0" sz="500"/>
              <a:t>LD-0073 条件:入力項目04が必須かつ正規化後も空でない場合。真:P-0074で桁数検証する。偽:E-LD-0073を記録して入力画面へ戻す。</a:t>
            </a:r>
            <a:endParaRPr lang="ja-JP" sz="500"/>
          </a:p>
          <a:p>
            <a:r>
              <a:rPr lang="ja-JP" dirty="0" sz="500"/>
              <a:t>LD-0074 条件:口座状態08が取引可能で利用停止理由が未設定の場合。真:P-0075で残高を照会する。偽:E-LD-0074を記録してDB更新を行わない。</a:t>
            </a:r>
            <a:endParaRPr lang="ja-JP" sz="500"/>
          </a:p>
          <a:p>
            <a:r>
              <a:rPr lang="ja-JP" dirty="0" sz="500"/>
              <a:t>LD-0075 条件:取引金額区分3が日次限度内で累計額との合計も限度以下の場合。真:P-0076で手数料を計算する。偽:E-LD-0075を記録して承認待ちへ遷移する。</a:t>
            </a:r>
            <a:endParaRPr lang="ja-JP" sz="500"/>
          </a:p>
          <a:p>
            <a:r>
              <a:rPr lang="ja-JP" dirty="0" sz="500"/>
              <a:t>LD-0076 条件:基準日区分6が営業日で締め時刻前の場合。真:P-0077で当日扱いにする。偽:P-DEFERへ遷移して翌営業日扱いにする。</a:t>
            </a:r>
            <a:endParaRPr lang="ja-JP" sz="500"/>
          </a:p>
          <a:p>
            <a:r>
              <a:rPr lang="ja-JP" dirty="0" sz="500"/>
              <a:t>LD-0077 条件:参照SQLのSQLCODEが0かつ取得件数が1件の場合。真:P-0078で取得値をワークへ設定する。偽:E-LD-0077を記録して作業単位をロールバックする。</a:t>
            </a:r>
            <a:endParaRPr lang="ja-JP" sz="500"/>
          </a:p>
          <a:p>
            <a:r>
              <a:rPr lang="ja-JP" dirty="0" sz="500"/>
              <a:t>LD-0078 条件:承認区分3が承認済みまたは承認不要で、取消フラグが無効の場合。真:P-0079で更新処理へ進む。偽:E-LD-0078を記録して承認待ちにする。</a:t>
            </a:r>
            <a:endParaRPr lang="ja-JP" sz="500"/>
          </a:p>
          <a:p>
            <a:r>
              <a:rPr lang="ja-JP" dirty="0" sz="500"/>
              <a:t>LD-0079 条件:外部応答コード01が正常かつ応答時刻がタイムアウト以内の場合。真:P-0080で応答項目を反映する。偽:E-LD-0079を記録して再送判定へ進む。</a:t>
            </a:r>
            <a:endParaRPr lang="ja-JP" sz="500"/>
          </a:p>
          <a:p>
            <a:r>
              <a:rPr lang="ja-JP" dirty="0" sz="500"/>
              <a:t>LD-0080 条件:更新前後の整合性検査04が成功し排他版番号が一致する場合。真:P-0081で次明細を処理する。偽:E-LD-0080を記録して全更新を取り消す。</a:t>
            </a:r>
            <a:endParaRPr lang="ja-JP" sz="500"/>
          </a:p>
          <a:p>
            <a:r>
              <a:rPr lang="ja-JP" dirty="0" sz="500"/>
              <a:t>LD-0081 条件:入力項目12が必須かつ正規化後も空でない場合。真:P-0082で桁数検証する。偽:E-LD-0081を記録して入力画面へ戻す。</a:t>
            </a:r>
            <a:endParaRPr lang="ja-JP" sz="500"/>
          </a:p>
          <a:p>
            <a:r>
              <a:rPr lang="ja-JP" dirty="0" sz="500"/>
              <a:t>LD-0082 条件:口座状態05が取引可能で利用停止理由が未設定の場合。真:P-0083で残高を照会する。偽:E-LD-0082を記録してDB更新を行わない。</a:t>
            </a:r>
            <a:endParaRPr lang="ja-JP" sz="500"/>
          </a:p>
          <a:p>
            <a:r>
              <a:rPr lang="ja-JP" dirty="0" sz="500"/>
              <a:t>LD-0083 条件:取引金額区分2が日次限度内で累計額との合計も限度以下の場合。真:P-0084で手数料を計算する。偽:E-LD-0083を記録して承認待ちへ遷移する。</a:t>
            </a:r>
            <a:endParaRPr lang="ja-JP" sz="500"/>
          </a:p>
          <a:p>
            <a:r>
              <a:rPr lang="ja-JP" dirty="0" sz="500"/>
              <a:t>LD-0084 条件:((取引種別が振込かつ依頼人本人確認済み)または(取引種別が口座振替かつ委託者契約が有効))かつ取消済みではない場合。真:P-0085で承認経路を決定する。偽:E-LD-0084を記録して受付を保留する。</a:t>
            </a:r>
            <a:endParaRPr lang="ja-JP" sz="500"/>
          </a:p>
          <a:p>
            <a:r>
              <a:rPr lang="ja-JP" dirty="0" sz="500"/>
              <a:t>LD-0085 条件:参照SQLのSQLCODEが0かつ取得件数が1件の場合。真:P-0086で取得値をワークへ設定する。偽:E-LD-0085を記録して作業単位をロールバックする。</a:t>
            </a:r>
            <a:endParaRPr lang="ja-JP" sz="500"/>
          </a:p>
          <a:p>
            <a:r>
              <a:rPr lang="ja-JP" dirty="0" sz="500"/>
              <a:t>LD-0086 条件:承認区分1が承認済みまたは承認不要で、取消フラグが無効の場合。真:P-0087で更新処理へ進む。偽:E-LD-0086を記録して承認待ちにする。</a:t>
            </a:r>
            <a:endParaRPr lang="ja-JP" sz="500"/>
          </a:p>
          <a:p>
            <a:r>
              <a:rPr lang="ja-JP" dirty="0" sz="500"/>
              <a:t>LD-0087 条件:外部応答コード09が正常かつ応答時刻がタイムアウト以内の場合。真:P-0088で応答項目を反映する。偽:E-LD-0087を記録して再送判定へ進む。</a:t>
            </a:r>
            <a:endParaRPr lang="ja-JP" sz="500"/>
          </a:p>
          <a:p>
            <a:r>
              <a:rPr lang="ja-JP" dirty="0" sz="500"/>
              <a:t>LD-0088 条件:更新前後の整合性検査12が成功し排他版番号が一致する場合。真:P-0089で次明細を処理する。偽:E-LD-0088を記録して全更新を取り消す。</a:t>
            </a:r>
            <a:endParaRPr lang="ja-JP" sz="500"/>
          </a:p>
          <a:p>
            <a:r>
              <a:rPr lang="ja-JP" dirty="0" sz="500"/>
              <a:t>LD-0089 条件:入力項目20が必須かつ正規化後も空でない場合。真:P-0090で桁数検証する。偽:E-LD-0089を記録して入力画面へ戻す。</a:t>
            </a:r>
            <a:endParaRPr lang="ja-JP" sz="500"/>
          </a:p>
          <a:p>
            <a:r>
              <a:rPr lang="ja-JP" dirty="0" sz="500"/>
              <a:t>LD-0090 条件:口座状態02が取引可能で利用停止理由が未設定の場合。真:P-0091で残高を照会する。偽:E-LD-0090を記録してDB更新を行わない。</a:t>
            </a:r>
            <a:endParaRPr lang="ja-JP" sz="500"/>
          </a:p>
          <a:p>
            <a:r>
              <a:rPr lang="ja-JP" dirty="0" sz="500"/>
              <a:t>LD-0091 条件:取引金額区分1が日次限度内で累計額との合計も限度以下の場合。真:P-0092で手数料を計算する。偽:E-LD-0091を記録して承認待ちへ遷移する。</a:t>
            </a:r>
            <a:endParaRPr lang="ja-JP" sz="500"/>
          </a:p>
          <a:p>
            <a:r>
              <a:rPr lang="ja-JP" dirty="0" sz="500"/>
              <a:t>LD-0092 条件:基準日区分1が営業日で締め時刻前の場合。真:P-0093で当日扱いにする。偽:P-DEFERへ遷移して翌営業日扱いにする。</a:t>
            </a:r>
            <a:endParaRPr lang="ja-JP" sz="500"/>
          </a:p>
          <a:p>
            <a:r>
              <a:rPr lang="ja-JP" dirty="0" sz="500"/>
              <a:t>LD-0093 条件:参照SQLのSQLCODEが0かつ取得件数が1件の場合。真:P-0094で取得値をワークへ設定する。偽:E-LD-0093を記録して作業単位をロールバックする。</a:t>
            </a:r>
            <a:endParaRPr lang="ja-JP" sz="500"/>
          </a:p>
          <a:p>
            <a:r>
              <a:rPr lang="ja-JP" dirty="0" sz="500"/>
              <a:t>LD-0094 条件:承認区分4が承認済みまたは承認不要で、取消フラグが無効の場合。真:P-0095で更新処理へ進む。偽:E-LD-0094を記録して承認待ちにする。</a:t>
            </a:r>
            <a:endParaRPr lang="ja-JP" sz="500"/>
          </a:p>
          <a:p>
            <a:r>
              <a:rPr lang="ja-JP" dirty="0" sz="500"/>
              <a:t>LD-0095 条件:外部応答コード04が正常かつ応答時刻がタイムアウト以内の場合。真:P-0096で応答項目を反映する。偽:E-LD-0095を記録して再送判定へ進む。</a:t>
            </a:r>
            <a:endParaRPr lang="ja-JP" sz="500"/>
          </a:p>
          <a:p>
            <a:r>
              <a:rPr lang="ja-JP" dirty="0" sz="500"/>
              <a:t>LD-0096 条件:更新前後の整合性検査01が成功し排他版番号が一致する場合。真:P-0097で次明細を処理する。偽:E-LD-0096を記録して全更新を取り消す。</a:t>
            </a:r>
            <a:endParaRPr lang="ja-JP" sz="500"/>
          </a:p>
          <a:p>
            <a:r>
              <a:rPr lang="ja-JP" dirty="0" sz="500"/>
              <a:t>LD-0097 条件:入力項目05が必須かつ正規化後も空でない場合。真:P-0098で桁数検証する。偽:E-LD-0097を記録して入力画面へ戻す。</a:t>
            </a:r>
            <a:endParaRPr lang="ja-JP" sz="500"/>
          </a:p>
          <a:p>
            <a:r>
              <a:rPr lang="ja-JP" dirty="0" sz="500"/>
              <a:t>LD-0098 条件:口座状態10が取引可能で利用停止理由が未設定の場合。真:P-0099で残高を照会する。偽:E-LD-0098を記録してDB更新を行わない。</a:t>
            </a:r>
            <a:endParaRPr lang="ja-JP" sz="500"/>
          </a:p>
          <a:p>
            <a:r>
              <a:rPr lang="ja-JP" dirty="0" sz="500"/>
              <a:t>LD-0099 条件:取引金額区分0が日次限度内で累計額との合計も限度以下の場合。真:P-0100で手数料を計算する。偽:E-LD-0099を記録して承認待ちへ遷移する。</a:t>
            </a:r>
            <a:endParaRPr lang="ja-JP" sz="500"/>
          </a:p>
          <a:p>
            <a:r>
              <a:rPr lang="ja-JP" dirty="0" sz="500"/>
              <a:t>LD-0100 条件:基準日区分2が営業日で締め時刻前の場合。真:P-0101で当日扱いにする。偽:P-DEFERへ遷移して翌営業日扱いにする。</a:t>
            </a:r>
            <a:endParaRPr lang="ja-JP" sz="500"/>
          </a:p>
          <a:p>
            <a:r>
              <a:rPr lang="ja-JP" dirty="0" sz="500"/>
              <a:t>LD-0101 条件:参照SQLのSQLCODEが0かつ取得件数が1件の場合。真:P-0102で取得値をワークへ設定する。偽:E-LD-0101を記録して作業単位をロールバックする。</a:t>
            </a:r>
            <a:endParaRPr lang="ja-JP" sz="500"/>
          </a:p>
          <a:p>
            <a:r>
              <a:rPr lang="ja-JP" dirty="0" sz="500"/>
              <a:t>LD-0102 条件:承認区分2が承認済みまたは承認不要で、取消フラグが無効の場合。真:P-0103で更新処理へ進む。偽:E-LD-0102を記録して承認待ちにする。</a:t>
            </a:r>
            <a:endParaRPr lang="ja-JP" sz="500"/>
          </a:p>
          <a:p>
            <a:r>
              <a:rPr lang="ja-JP" dirty="0" sz="500"/>
              <a:t>LD-0103 条件:外部応答コード12が正常かつ応答時刻がタイムアウト以内の場合。真:P-0104で応答項目を反映する。偽:E-LD-0103を記録して再送判定へ進む。</a:t>
            </a:r>
            <a:endParaRPr lang="ja-JP" sz="500"/>
          </a:p>
          <a:p>
            <a:r>
              <a:rPr lang="ja-JP" dirty="0" sz="500"/>
              <a:t>LD-0104 条件:更新前後の整合性検査09が成功し排他版番号が一致する場合。真:P-0105で次明細を処理する。偽:E-LD-0104を記録して全更新を取り消す。</a:t>
            </a:r>
            <a:endParaRPr lang="ja-JP" sz="500"/>
          </a:p>
          <a:p>
            <a:r>
              <a:rPr lang="ja-JP" dirty="0" sz="500"/>
              <a:t>LD-0105 条件:入力項目13が必須かつ正規化後も空でない場合。真:P-0106で桁数検証する。偽:E-LD-0105を記録して入力画面へ戻す。</a:t>
            </a:r>
            <a:endParaRPr lang="ja-JP" sz="500"/>
          </a:p>
          <a:p>
            <a:r>
              <a:rPr lang="ja-JP" dirty="0" sz="500"/>
              <a:t>LD-0106 条件:口座状態07が取引可能で利用停止理由が未設定の場合。真:P-0107で残高を照会する。偽:E-LD-0106を記録してDB更新を行わない。</a:t>
            </a:r>
            <a:endParaRPr lang="ja-JP" sz="500"/>
          </a:p>
          <a:p>
            <a:r>
              <a:rPr lang="ja-JP" dirty="0" sz="500"/>
              <a:t>LD-0107 条件:取引金額区分8が日次限度内で累計額との合計も限度以下の場合。真:P-0108で手数料を計算する。偽:E-LD-0107を記録して承認待ちへ遷移する。</a:t>
            </a:r>
            <a:endParaRPr lang="ja-JP" sz="500"/>
          </a:p>
          <a:p>
            <a:r>
              <a:rPr lang="ja-JP" dirty="0" sz="500"/>
              <a:t>LD-0108 条件:基準日区分3が営業日で締め時刻前の場合。真:P-0109で当日扱いにする。偽:P-DEFERへ遷移して翌営業日扱いにする。</a:t>
            </a:r>
            <a:endParaRPr lang="ja-JP" sz="500"/>
          </a:p>
          <a:p>
            <a:r>
              <a:rPr lang="ja-JP" dirty="0" sz="500"/>
              <a:t>LD-0109 条件:参照SQLのSQLCODEが0かつ取得件数が1件の場合。真:P-0110で取得値をワークへ設定する。偽:E-LD-0109を記録して作業単位をロールバックする。</a:t>
            </a:r>
            <a:endParaRPr lang="ja-JP" sz="500"/>
          </a:p>
          <a:p>
            <a:r>
              <a:rPr lang="ja-JP" dirty="0" sz="500"/>
              <a:t>LD-0110 条件:承認区分0が承認済みまたは承認不要で、取消フラグが無効の場合。真:P-0111で更新処理へ進む。偽:E-LD-0110を記録して承認待ちにする。</a:t>
            </a:r>
            <a:endParaRPr lang="ja-JP" sz="500"/>
          </a:p>
          <a:p>
            <a:r>
              <a:rPr lang="ja-JP" dirty="0" sz="500"/>
              <a:t>LD-0111 条件:外部応答コード07が正常かつ応答時刻がタイムアウト以内の場合。真:P-0112で応答項目を反映する。偽:E-LD-0111を記録して再送判定へ進む。</a:t>
            </a:r>
            <a:endParaRPr lang="ja-JP" sz="500"/>
          </a:p>
          <a:p>
            <a:r>
              <a:rPr lang="ja-JP" dirty="0" sz="500"/>
              <a:t>LD-0112 条件:更新前後の整合性検査17が成功し排他版番号が一致する場合。真:P-0113で次明細を処理する。偽:E-LD-0112を記録して全更新を取り消す。</a:t>
            </a:r>
            <a:endParaRPr lang="ja-JP" sz="500"/>
          </a:p>
          <a:p>
            <a:r>
              <a:rPr lang="ja-JP" dirty="0" sz="500"/>
              <a:t>LD-0113 条件:入力項目21が必須かつ正規化後も空でない場合。真:P-0114で桁数検証する。偽:E-LD-0113を記録して入力画面へ戻す。</a:t>
            </a:r>
            <a:endParaRPr lang="ja-JP" sz="500"/>
          </a:p>
          <a:p>
            <a:r>
              <a:rPr lang="ja-JP" dirty="0" sz="500"/>
              <a:t>LD-0114 条件:口座状態04が取引可能で利用停止理由が未設定の場合。真:P-0115で残高を照会する。偽:E-LD-0114を記録してDB更新を行わない。</a:t>
            </a:r>
            <a:endParaRPr lang="ja-JP" sz="500"/>
          </a:p>
          <a:p>
            <a:r>
              <a:rPr lang="ja-JP" dirty="0" sz="500"/>
              <a:t>LD-0115 条件:取引金額区分7が日次限度内で累計額との合計も限度以下の場合。真:P-0116で手数料を計算する。偽:E-LD-0115を記録して承認待ちへ遷移する。</a:t>
            </a:r>
            <a:endParaRPr lang="ja-JP" sz="500"/>
          </a:p>
          <a:p>
            <a:r>
              <a:rPr lang="ja-JP" dirty="0" sz="500"/>
              <a:t>LD-0116 条件:基準日区分4が営業日で締め時刻前の場合。真:P-0117で当日扱いにする。偽:P-DEFERへ遷移して翌営業日扱いにする。</a:t>
            </a:r>
            <a:endParaRPr lang="ja-JP" sz="500"/>
          </a:p>
          <a:p>
            <a:r>
              <a:rPr lang="ja-JP" dirty="0" sz="500"/>
              <a:t>LD-0117 条件:参照SQLのSQLCODEが0かつ取得件数が1件の場合。真:P-0118で取得値をワークへ設定する。偽:E-LD-0117を記録して作業単位をロールバックする。</a:t>
            </a:r>
            <a:endParaRPr lang="ja-JP" sz="500"/>
          </a:p>
          <a:p>
            <a:r>
              <a:rPr lang="ja-JP" dirty="0" sz="500"/>
              <a:t>LD-0118 条件:承認区分3が承認済みまたは承認不要で、取消フラグが無効の場合。真:P-0119で更新処理へ進む。偽:E-LD-0118を記録して承認待ちにする。</a:t>
            </a:r>
            <a:endParaRPr lang="ja-JP" sz="500"/>
          </a:p>
          <a:p>
            <a:r>
              <a:rPr lang="ja-JP" dirty="0" sz="500"/>
              <a:t>LD-0119 条件:外部応答コード02が正常かつ応答時刻がタイムアウト以内の場合。真:P-0120で応答項目を反映する。偽:E-LD-0119を記録して再送判定へ進む。</a:t>
            </a:r>
            <a:endParaRPr lang="ja-JP" sz="500"/>
          </a:p>
          <a:p>
            <a:r>
              <a:rPr lang="ja-JP" dirty="0" sz="500"/>
              <a:t>LD-0120 条件:更新前後の整合性検査06が成功し排他版番号が一致する場合。真:P-0121で次明細を処理する。偽:E-LD-0120を記録して全更新を取り消す。</a:t>
            </a:r>
            <a:endParaRPr lang="ja-JP" sz="500"/>
          </a:p>
          <a:p>
            <a:r>
              <a:rPr lang="ja-JP" dirty="0" sz="500"/>
              <a:t>LD-0121 条件:入力項目06が必須かつ正規化後も空でない場合。真:P-0122で桁数検証する。偽:E-LD-0121を記録して入力画面へ戻す。</a:t>
            </a:r>
            <a:endParaRPr lang="ja-JP" sz="500"/>
          </a:p>
          <a:p>
            <a:r>
              <a:rPr lang="ja-JP" dirty="0" sz="500"/>
              <a:t>LD-0122 条件:口座状態01が取引可能で利用停止理由が未設定の場合。真:P-0123で残高を照会する。偽:E-LD-0122を記録してDB更新を行わない。</a:t>
            </a:r>
            <a:endParaRPr lang="ja-JP" sz="500"/>
          </a:p>
          <a:p>
            <a:r>
              <a:rPr lang="ja-JP" dirty="0" sz="500"/>
              <a:t>LD-0123 条件:取引金額区分6が日次限度内で累計額との合計も限度以下の場合。真:P-0124で手数料を計算する。偽:E-LD-0123を記録して承認待ちへ遷移する。</a:t>
            </a:r>
            <a:endParaRPr lang="ja-JP" sz="500"/>
          </a:p>
          <a:p>
            <a:r>
              <a:rPr lang="ja-JP" dirty="0" sz="500"/>
              <a:t>LD-0124 条件:基準日区分5が営業日で締め時刻前の場合。真:P-0125で当日扱いにする。偽:P-DEFERへ遷移して翌営業日扱いにする。</a:t>
            </a:r>
            <a:endParaRPr lang="ja-JP" sz="500"/>
          </a:p>
          <a:p>
            <a:r>
              <a:rPr lang="ja-JP" dirty="0" sz="500"/>
              <a:t>LD-0125 条件:参照SQLのSQLCODEが0かつ取得件数が1件の場合。真:P-0126で取得値をワークへ設定する。偽:E-LD-0125を記録して作業単位をロールバックする。</a:t>
            </a:r>
            <a:endParaRPr lang="ja-JP" sz="500"/>
          </a:p>
          <a:p>
            <a:r>
              <a:rPr lang="ja-JP" dirty="0" sz="500"/>
              <a:t>LD-0126 条件:承認区分1が承認済みまたは承認不要で、取消フラグが無効の場合。真:P-0127で更新処理へ進む。偽:E-LD-0126を記録して承認待ちにする。</a:t>
            </a:r>
            <a:endParaRPr lang="ja-JP" sz="500"/>
          </a:p>
          <a:p>
            <a:r>
              <a:rPr lang="ja-JP" dirty="0" sz="500"/>
              <a:t>LD-0127 条件:適用開始日がNULLではなく、適用開始日以上かつ適用終了日未満に処理基準日時が含まれる場合。真:P-0128で現行料率を採用する。偽:E-LD-0127を記録し料率未確定として終了する。</a:t>
            </a:r>
            <a:endParaRPr lang="ja-JP" sz="500"/>
          </a:p>
          <a:p>
            <a:r>
              <a:rPr lang="ja-JP" dirty="0" sz="500"/>
              <a:t>LD-0128 条件:更新前後の整合性検査14が成功し排他版番号が一致する場合。真:P-0129で次明細を処理する。偽:E-LD-0128を記録して全更新を取り消す。</a:t>
            </a:r>
            <a:endParaRPr lang="ja-JP" sz="500"/>
          </a:p>
          <a:p>
            <a:r>
              <a:rPr lang="ja-JP" dirty="0" sz="500"/>
              <a:t>LD-0129 条件:入力項目14が必須かつ正規化後も空でない場合。真:P-0130で桁数検証する。偽:E-LD-0129を記録して入力画面へ戻す。</a:t>
            </a:r>
            <a:endParaRPr lang="ja-JP" sz="500"/>
          </a:p>
          <a:p>
            <a:r>
              <a:rPr lang="ja-JP" dirty="0" sz="500"/>
              <a:t>LD-0130 条件:口座状態09が取引可能で利用停止理由が未設定の場合。真:P-0131で残高を照会する。偽:E-LD-0130を記録してDB更新を行わない。</a:t>
            </a:r>
            <a:endParaRPr lang="ja-JP" sz="500"/>
          </a:p>
          <a:p>
            <a:r>
              <a:rPr lang="ja-JP" dirty="0" sz="500"/>
              <a:t>LD-0131 条件:取引金額区分5が日次限度内で累計額との合計も限度以下の場合。真:P-0132で手数料を計算する。偽:E-LD-0131を記録して承認待ちへ遷移する。</a:t>
            </a:r>
            <a:endParaRPr lang="ja-JP" sz="500"/>
          </a:p>
          <a:p>
            <a:r>
              <a:rPr lang="ja-JP" dirty="0" sz="500"/>
              <a:t>LD-0132 条件:基準日区分6が営業日で締め時刻前の場合。真:P-0133で当日扱いにする。偽:P-DEFERへ遷移して翌営業日扱いにする。</a:t>
            </a:r>
            <a:endParaRPr lang="ja-JP" sz="500"/>
          </a:p>
          <a:p>
            <a:r>
              <a:rPr lang="ja-JP" dirty="0" sz="500"/>
              <a:t>LD-0133 条件:参照SQLのSQLCODEが0かつ取得件数が1件の場合。真:P-0134で取得値をワークへ設定する。偽:E-LD-0133を記録して作業単位をロールバックする。</a:t>
            </a:r>
            <a:endParaRPr lang="ja-JP" sz="500"/>
          </a:p>
          <a:p>
            <a:r>
              <a:rPr lang="ja-JP" dirty="0" sz="500"/>
              <a:t>LD-0134 条件:承認区分4が承認済みまたは承認不要で、取消フラグが無効の場合。真:P-0135で更新処理へ進む。偽:E-LD-0134を記録して承認待ちにする。</a:t>
            </a:r>
            <a:endParaRPr lang="ja-JP" sz="500"/>
          </a:p>
          <a:p>
            <a:r>
              <a:rPr lang="ja-JP" dirty="0" sz="500"/>
              <a:t>LD-0135 条件:外部応答コード05が正常かつ応答時刻がタイムアウト以内の場合。真:P-0136で応答項目を反映する。偽:E-LD-0135を記録して再送判定へ進む。</a:t>
            </a:r>
            <a:endParaRPr lang="ja-JP" sz="500"/>
          </a:p>
          <a:p>
            <a:r>
              <a:rPr lang="ja-JP" dirty="0" sz="500"/>
              <a:t>LD-0136 条件:更新前後の整合性検査03が成功し排他版番号が一致する場合。真:P-0137で次明細を処理する。偽:E-LD-0136を記録して全更新を取り消す。</a:t>
            </a:r>
            <a:endParaRPr lang="ja-JP" sz="500"/>
          </a:p>
          <a:p>
            <a:r>
              <a:rPr lang="ja-JP" dirty="0" sz="500"/>
              <a:t>LD-0137 条件:入力項目22が必須かつ正規化後も空でない場合。真:P-0138で桁数検証する。偽:E-LD-0137を記録して入力画面へ戻す。</a:t>
            </a:r>
            <a:endParaRPr lang="ja-JP" sz="500"/>
          </a:p>
          <a:p>
            <a:r>
              <a:rPr lang="ja-JP" dirty="0" sz="500"/>
              <a:t>LD-0138 条件:口座状態06が取引可能で利用停止理由が未設定の場合。真:P-0139で残高を照会する。偽:E-LD-0138を記録してDB更新を行わない。</a:t>
            </a:r>
            <a:endParaRPr lang="ja-JP" sz="500"/>
          </a:p>
          <a:p>
            <a:r>
              <a:rPr lang="ja-JP" dirty="0" sz="500"/>
              <a:t>LD-0139 条件:取引金額区分4が日次限度内で累計額との合計も限度以下の場合。真:P-0140で手数料を計算する。偽:E-LD-0139を記録して承認待ちへ遷移する。</a:t>
            </a:r>
            <a:endParaRPr lang="ja-JP" sz="500"/>
          </a:p>
          <a:p>
            <a:r>
              <a:rPr lang="ja-JP" dirty="0" sz="500"/>
              <a:t>LD-0140 条件:基準日区分0が営業日で締め時刻前の場合。真:P-0141で当日扱いにする。偽:P-DEFERへ遷移して翌営業日扱いにする。</a:t>
            </a:r>
            <a:endParaRPr lang="ja-JP" sz="500"/>
          </a:p>
          <a:p>
            <a:r>
              <a:rPr lang="ja-JP" dirty="0" sz="500"/>
              <a:t>LD-0141 条件:参照SQLのSQLCODEが0かつ取得件数が1件の場合。真:P-0142で取得値をワークへ設定する。偽:E-LD-0141を記録して作業単位をロールバックする。</a:t>
            </a:r>
            <a:endParaRPr lang="ja-JP" sz="500"/>
          </a:p>
          <a:p>
            <a:r>
              <a:rPr lang="ja-JP" dirty="0" sz="500"/>
              <a:t>LD-0142 条件:承認区分2が承認済みまたは承認不要で、取消フラグが無効の場合。真:P-0143で更新処理へ進む。偽:E-LD-0142を記録して承認待ちにする。</a:t>
            </a:r>
            <a:endParaRPr lang="ja-JP" sz="500"/>
          </a:p>
          <a:p>
            <a:r>
              <a:rPr lang="ja-JP" dirty="0" sz="500"/>
              <a:t>LD-0143 条件:外部応答コード00が正常かつ応答時刻がタイムアウト以内の場合。真:P-0144で応答項目を反映する。偽:E-LD-0143を記録して再送判定へ進む。</a:t>
            </a:r>
            <a:endParaRPr lang="ja-JP" sz="500"/>
          </a:p>
          <a:p>
            <a:r>
              <a:rPr lang="ja-JP" dirty="0" sz="500"/>
              <a:t>LD-0144 条件:更新前後の整合性検査11が成功し排他版番号が一致する場合。真:P-0145で次明細を処理する。偽:E-LD-0144を記録して全更新を取り消す。</a:t>
            </a:r>
            <a:endParaRPr lang="ja-JP" sz="500"/>
          </a:p>
          <a:p>
            <a:r>
              <a:rPr lang="ja-JP" dirty="0" sz="500"/>
              <a:t>LD-0145 条件:入力項目07が必須かつ正規化後も空でない場合。真:P-0146で桁数検証する。偽:E-LD-0145を記録して入力画面へ戻す。</a:t>
            </a:r>
            <a:endParaRPr lang="ja-JP" sz="500"/>
          </a:p>
          <a:p>
            <a:r>
              <a:rPr lang="ja-JP" dirty="0" sz="500"/>
              <a:t>LD-0146 条件:口座状態03が取引可能で利用停止理由が未設定の場合。真:P-0147で残高を照会する。偽:E-LD-0146を記録してDB更新を行わない。</a:t>
            </a:r>
            <a:endParaRPr lang="ja-JP" sz="500"/>
          </a:p>
          <a:p>
            <a:r>
              <a:rPr lang="ja-JP" dirty="0" sz="500"/>
              <a:t>LD-0147 条件:取引金額区分3が日次限度内で累計額との合計も限度以下の場合。真:P-0148で手数料を計算する。偽:E-LD-0147を記録して承認待ちへ遷移する。</a:t>
            </a:r>
            <a:endParaRPr lang="ja-JP" sz="500"/>
          </a:p>
          <a:p>
            <a:r>
              <a:rPr lang="ja-JP" dirty="0" sz="500"/>
              <a:t>LD-0148 条件:基準日区分1が営業日で締め時刻前の場合。真:P-0149で当日扱いにする。偽:P-DEFERへ遷移して翌営業日扱いにする。</a:t>
            </a:r>
            <a:endParaRPr lang="ja-JP" sz="500"/>
          </a:p>
          <a:p>
            <a:r>
              <a:rPr lang="ja-JP" dirty="0" sz="500"/>
              <a:t>LD-0149 条件:参照SQLのSQLCODEが0かつ取得件数が1件の場合。真:P-0150で取得値をワークへ設定する。偽:E-LD-0149を記録して作業単位をロールバックする。</a:t>
            </a:r>
            <a:endParaRPr lang="ja-JP" sz="500"/>
          </a:p>
          <a:p>
            <a:r>
              <a:rPr lang="ja-JP" dirty="0" sz="500"/>
              <a:t>LD-0150 条件:承認区分0が承認済みまたは承認不要で、取消フラグが無効の場合。真:P-0151で更新処理へ進む。偽:E-LD-0150を記録して承認待ちにする。</a:t>
            </a:r>
            <a:endParaRPr lang="ja-JP" sz="500"/>
          </a:p>
          <a:p>
            <a:r>
              <a:rPr lang="ja-JP" dirty="0" sz="500"/>
              <a:t>LD-0151 条件:外部応答コード08が正常かつ応答時刻がタイムアウト以内の場合。真:P-0152で応答項目を反映する。偽:E-LD-0151を記録して再送判定へ進む。</a:t>
            </a:r>
            <a:endParaRPr lang="ja-JP" sz="500"/>
          </a:p>
          <a:p>
            <a:r>
              <a:rPr lang="ja-JP" dirty="0" sz="500"/>
              <a:t>LD-0152 条件:更新前後の整合性検査00が成功し排他版番号が一致する場合。真:P-0153で次明細を処理する。偽:E-LD-0152を記録して全更新を取り消す。</a:t>
            </a:r>
            <a:endParaRPr lang="ja-JP" sz="500"/>
          </a:p>
          <a:p>
            <a:r>
              <a:rPr lang="ja-JP" dirty="0" sz="500"/>
              <a:t>LD-0153 条件:入力項目15が必須かつ正規化後も空でない場合。真:P-0154で桁数検証する。偽:E-LD-0153を記録して入力画面へ戻す。</a:t>
            </a:r>
            <a:endParaRPr lang="ja-JP" sz="500"/>
          </a:p>
          <a:p>
            <a:r>
              <a:rPr lang="ja-JP" dirty="0" sz="500"/>
              <a:t>LD-0154 条件:口座状態00が取引可能で利用停止理由が未設定の場合。真:P-0155で残高を照会する。偽:E-LD-0154を記録してDB更新を行わない。</a:t>
            </a:r>
            <a:endParaRPr lang="ja-JP" sz="500"/>
          </a:p>
          <a:p>
            <a:r>
              <a:rPr lang="ja-JP" dirty="0" sz="500"/>
              <a:t>LD-0155 条件:取引金額区分2が日次限度内で累計額との合計も限度以下の場合。真:P-0156で手数料を計算する。偽:E-LD-0155を記録して承認待ちへ遷移する。</a:t>
            </a:r>
            <a:endParaRPr lang="ja-JP" sz="500"/>
          </a:p>
          <a:p>
            <a:r>
              <a:rPr lang="ja-JP" dirty="0" sz="500"/>
              <a:t>LD-0156 条件:基準日区分2が営業日で締め時刻前の場合。真:P-0157で当日扱いにする。偽:P-DEFERへ遷移して翌営業日扱いにする。</a:t>
            </a:r>
            <a:endParaRPr lang="ja-JP" sz="500"/>
          </a:p>
          <a:p>
            <a:r>
              <a:rPr lang="ja-JP" dirty="0" sz="500"/>
              <a:t>LD-0157 条件:参照SQLのSQLCODEが0かつ取得件数が1件の場合。真:P-0158で取得値をワークへ設定する。偽:E-LD-0157を記録して作業単位をロールバックする。</a:t>
            </a:r>
            <a:endParaRPr lang="ja-JP" sz="500"/>
          </a:p>
          <a:p>
            <a:r>
              <a:rPr lang="ja-JP" dirty="0" sz="500"/>
              <a:t>LD-0158 条件:承認区分3が承認済みまたは承認不要で、取消フラグが無効の場合。真:P-0159で更新処理へ進む。偽:E-LD-0158を記録して承認待ちにする。</a:t>
            </a:r>
            <a:endParaRPr lang="ja-JP" sz="500"/>
          </a:p>
          <a:p>
            <a:r>
              <a:rPr lang="ja-JP" dirty="0" sz="500"/>
              <a:t>LD-0159 条件:外部応答コード03が正常かつ応答時刻がタイムアウト以内の場合。真:P-0160で応答項目を反映する。偽:E-LD-0159を記録して再送判定へ進む。</a:t>
            </a:r>
            <a:endParaRPr lang="ja-JP" sz="500"/>
          </a:p>
          <a:p>
            <a:r>
              <a:rPr lang="ja-JP" dirty="0" sz="500"/>
              <a:t>LD-0160 条件:更新前後の整合性検査08が成功し排他版番号が一致する場合。真:P-0161で次明細を処理する。偽:E-LD-0160を記録して全更新を取り消す。</a:t>
            </a:r>
            <a:endParaRPr lang="ja-JP" sz="500"/>
          </a:p>
          <a:p>
            <a:r>
              <a:rPr lang="ja-JP" dirty="0" sz="500"/>
              <a:t>LD-0161 条件:入力項目00が必須かつ正規化後も空でない場合。真:P-0162で桁数検証する。偽:E-LD-0161を記録して入力画面へ戻す。</a:t>
            </a:r>
            <a:endParaRPr lang="ja-JP" sz="500"/>
          </a:p>
          <a:p>
            <a:r>
              <a:rPr lang="ja-JP" dirty="0" sz="500"/>
              <a:t>LD-0162 条件:口座状態08が取引可能で利用停止理由が未設定の場合。真:P-0163で残高を照会する。偽:E-LD-0162を記録してDB更新を行わない。</a:t>
            </a:r>
            <a:endParaRPr lang="ja-JP" sz="500"/>
          </a:p>
          <a:p>
            <a:r>
              <a:rPr lang="ja-JP" dirty="0" sz="500"/>
              <a:t>LD-0163 条件:取引金額区分1が日次限度内で累計額との合計も限度以下の場合。真:P-0164で手数料を計算する。偽:E-LD-0163を記録して承認待ちへ遷移する。</a:t>
            </a:r>
            <a:endParaRPr lang="ja-JP" sz="500"/>
          </a:p>
          <a:p>
            <a:r>
              <a:rPr lang="ja-JP" dirty="0" sz="500"/>
              <a:t>LD-0164 条件:基準日区分3が営業日で締め時刻前の場合。真:P-0165で当日扱いにする。偽:P-DEFERへ遷移して翌営業日扱いにする。</a:t>
            </a:r>
            <a:endParaRPr lang="ja-JP" sz="500"/>
          </a:p>
          <a:p>
            <a:r>
              <a:rPr lang="ja-JP" dirty="0" sz="500"/>
              <a:t>LD-0165 条件:参照SQLのSQLCODEが0かつ取得件数が1件の場合。真:P-0166で取得値をワークへ設定する。偽:E-LD-0165を記録して作業単位をロールバックする。</a:t>
            </a:r>
            <a:endParaRPr lang="ja-JP" sz="500"/>
          </a:p>
          <a:p>
            <a:r>
              <a:rPr lang="ja-JP" dirty="0" sz="500"/>
              <a:t>LD-0166 条件:承認区分1が承認済みまたは承認不要で、取消フラグが無効の場合。真:P-0167で更新処理へ進む。偽:E-LD-0166を記録して承認待ちにする。</a:t>
            </a:r>
            <a:endParaRPr lang="ja-JP" sz="500"/>
          </a:p>
          <a:p>
            <a:r>
              <a:rPr lang="ja-JP" dirty="0" sz="500"/>
              <a:t>LD-0167 条件:外部応答コード11が正常かつ応答時刻がタイムアウト以内の場合。真:P-0168で応答項目を反映する。偽:E-LD-0167を記録して再送判定へ進む。</a:t>
            </a:r>
            <a:endParaRPr lang="ja-JP" sz="500"/>
          </a:p>
          <a:p>
            <a:r>
              <a:rPr lang="ja-JP" dirty="0" sz="500"/>
              <a:t>LD-0168 条件:更新前後の整合性検査16が成功し排他版番号が一致する場合。真:P-0169で次明細を処理する。偽:E-LD-0168を記録して全更新を取り消す。</a:t>
            </a:r>
            <a:endParaRPr lang="ja-JP" sz="500"/>
          </a:p>
          <a:p>
            <a:r>
              <a:rPr lang="ja-JP" dirty="0" sz="500"/>
              <a:t>LD-0169 条件:入力項目08が必須かつ正規化後も空でない場合。真:P-0170で桁数検証する。偽:E-LD-0169を記録して入力画面へ戻す。</a:t>
            </a:r>
            <a:endParaRPr lang="ja-JP" sz="500"/>
          </a:p>
          <a:p>
            <a:r>
              <a:rPr lang="ja-JP" dirty="0" sz="500"/>
              <a:t>LD-0170 条件:口座状態05が取引可能で利用停止理由が未設定の場合。真:P-0171で残高を照会する。偽:E-LD-0170を記録してDB更新を行わない。</a:t>
            </a:r>
            <a:endParaRPr lang="ja-JP" sz="500"/>
          </a:p>
          <a:p>
            <a:r>
              <a:rPr lang="ja-JP" dirty="0" sz="500"/>
              <a:t>LD-0171 条件:取引金額区分0が日次限度内で累計額との合計も限度以下の場合。真:P-0172で手数料を計算する。偽:E-LD-0171を記録して承認待ちへ遷移する。</a:t>
            </a:r>
            <a:endParaRPr lang="ja-JP" sz="500"/>
          </a:p>
          <a:p>
            <a:r>
              <a:rPr lang="ja-JP" dirty="0" sz="500"/>
              <a:t>LD-0172 条件:基準日区分4が営業日で締め時刻前の場合。真:P-0173で当日扱いにする。偽:P-DEFERへ遷移して翌営業日扱いにする。</a:t>
            </a:r>
            <a:endParaRPr lang="ja-JP" sz="500"/>
          </a:p>
          <a:p>
            <a:r>
              <a:rPr lang="ja-JP" dirty="0" sz="500"/>
              <a:t>LD-0173 条件:顧客マスタ照会のSQLCODEが0かつ取得件数が1件で、排他状態が他取引による更新中ではない場合。真:P-0174で顧客属性を展開する。偽:SQLCODEが100ならE-LD-0173-NF、それ以外はE-LD-0173-DBを記録してロールバックする。</a:t>
            </a:r>
            <a:endParaRPr lang="ja-JP" sz="500"/>
          </a:p>
          <a:p>
            <a:r>
              <a:rPr lang="ja-JP" dirty="0" sz="500"/>
              <a:t>LD-0174 条件:承認区分4が承認済みまたは承認不要で、取消フラグが無効の場合。真:P-0175で更新処理へ進む。偽:E-LD-0174を記録して承認待ちにする。</a:t>
            </a:r>
            <a:endParaRPr lang="ja-JP" sz="500"/>
          </a:p>
          <a:p>
            <a:r>
              <a:rPr lang="ja-JP" dirty="0" sz="500"/>
              <a:t>LD-0175 条件:外部応答コード06が正常かつ応答時刻がタイムアウト以内の場合。真:P-0176で応答項目を反映する。偽:E-LD-0175を記録して再送判定へ進む。</a:t>
            </a:r>
            <a:endParaRPr lang="ja-JP" sz="500"/>
          </a:p>
          <a:p>
            <a:r>
              <a:rPr lang="ja-JP" dirty="0" sz="500"/>
              <a:t>LD-0176 条件:更新前後の整合性検査05が成功し排他版番号が一致する場合。真:P-0177で次明細を処理する。偽:E-LD-0176を記録して全更新を取り消す。</a:t>
            </a:r>
            <a:endParaRPr lang="ja-JP" sz="500"/>
          </a:p>
          <a:p>
            <a:r>
              <a:rPr lang="ja-JP" dirty="0" sz="500"/>
              <a:t>LD-0177 条件:入力項目16が必須かつ正規化後も空でない場合。真:P-0178で桁数検証する。偽:E-LD-0177を記録して入力画面へ戻す。</a:t>
            </a:r>
            <a:endParaRPr lang="ja-JP" sz="500"/>
          </a:p>
          <a:p>
            <a:r>
              <a:rPr lang="ja-JP" dirty="0" sz="500"/>
              <a:t>LD-0178 条件:口座状態02が取引可能で利用停止理由が未設定の場合。真:P-0179で残高を照会する。偽:E-LD-0178を記録してDB更新を行わない。</a:t>
            </a:r>
            <a:endParaRPr lang="ja-JP" sz="500"/>
          </a:p>
          <a:p>
            <a:r>
              <a:rPr lang="ja-JP" dirty="0" sz="500"/>
              <a:t>LD-0179 条件:取引金額区分8が日次限度内で累計額との合計も限度以下の場合。真:P-0180で手数料を計算する。偽:E-LD-0179を記録して承認待ちへ遷移する。</a:t>
            </a:r>
            <a:endParaRPr lang="ja-JP" sz="500"/>
          </a:p>
          <a:p>
            <a:r>
              <a:rPr lang="ja-JP" dirty="0" sz="500"/>
              <a:t>LD-0180 条件:基準日区分5が営業日で締め時刻前の場合。真:P-0181で当日扱いにする。偽:P-DEFERへ遷移して翌営業日扱いにする。</a:t>
            </a:r>
            <a:endParaRPr lang="ja-JP" sz="500"/>
          </a:p>
          <a:p>
            <a:r>
              <a:rPr lang="ja-JP" dirty="0" sz="500"/>
              <a:t>LD-0181 条件:参照SQLのSQLCODEが0かつ取得件数が1件の場合。真:P-0182で取得値をワークへ設定する。偽:E-LD-0181を記録して作業単位をロールバックする。</a:t>
            </a:r>
            <a:endParaRPr lang="ja-JP" sz="500"/>
          </a:p>
          <a:p>
            <a:r>
              <a:rPr lang="ja-JP" dirty="0" sz="500"/>
              <a:t>LD-0182 条件:承認区分2が承認済みまたは承認不要で、取消フラグが無効の場合。真:P-0183で更新処理へ進む。偽:E-LD-0182を記録して承認待ちにする。</a:t>
            </a:r>
            <a:endParaRPr lang="ja-JP" sz="500"/>
          </a:p>
          <a:p>
            <a:r>
              <a:rPr lang="ja-JP" dirty="0" sz="500"/>
              <a:t>LD-0183 条件:外部応答コード01が正常かつ応答時刻がタイムアウト以内の場合。真:P-0184で応答項目を反映する。偽:E-LD-0183を記録して再送判定へ進む。</a:t>
            </a:r>
            <a:endParaRPr lang="ja-JP" sz="500"/>
          </a:p>
          <a:p>
            <a:r>
              <a:rPr lang="ja-JP" dirty="0" sz="500"/>
              <a:t>LD-0184 条件:更新前後の整合性検査13が成功し排他版番号が一致する場合。真:P-0185で次明細を処理する。偽:E-LD-0184を記録して全更新を取り消す。</a:t>
            </a:r>
            <a:endParaRPr lang="ja-JP" sz="500"/>
          </a:p>
          <a:p>
            <a:r>
              <a:rPr lang="ja-JP" dirty="0" sz="500"/>
              <a:t>LD-0185 条件:入力項目01が必須かつ正規化後も空でない場合。真:P-0186で桁数検証する。偽:E-LD-0185を記録して入力画面へ戻す。</a:t>
            </a:r>
            <a:endParaRPr lang="ja-JP" sz="500"/>
          </a:p>
          <a:p>
            <a:r>
              <a:rPr lang="ja-JP" dirty="0" sz="500"/>
              <a:t>LD-0186 条件:口座状態10が取引可能で利用停止理由が未設定の場合。真:P-0187で残高を照会する。偽:E-LD-0186を記録してDB更新を行わない。</a:t>
            </a:r>
            <a:endParaRPr lang="ja-JP" sz="500"/>
          </a:p>
          <a:p>
            <a:r>
              <a:rPr lang="ja-JP" dirty="0" sz="500"/>
              <a:t>LD-0187 条件:取引金額区分7が日次限度内で累計額との合計も限度以下の場合。真:P-0188で手数料を計算する。偽:E-LD-0187を記録して承認待ちへ遷移する。</a:t>
            </a:r>
            <a:endParaRPr lang="ja-JP" sz="500"/>
          </a:p>
          <a:p>
            <a:r>
              <a:rPr lang="ja-JP" dirty="0" sz="500"/>
              <a:t>LD-0188 条件:基準日区分6が営業日で締め時刻前の場合。真:P-0189で当日扱いにする。偽:P-DEFERへ遷移して翌営業日扱いにする。</a:t>
            </a:r>
            <a:endParaRPr lang="ja-JP" sz="500"/>
          </a:p>
          <a:p>
            <a:r>
              <a:rPr lang="ja-JP" dirty="0" sz="500"/>
              <a:t>LD-0189 条件:参照SQLのSQLCODEが0かつ取得件数が1件の場合。真:P-0190で取得値をワークへ設定する。偽:E-LD-0189を記録して作業単位をロールバックする。</a:t>
            </a:r>
            <a:endParaRPr lang="ja-JP" sz="500"/>
          </a:p>
          <a:p>
            <a:r>
              <a:rPr lang="ja-JP" dirty="0" sz="500"/>
              <a:t>LD-0190 条件:承認区分0が承認済みまたは承認不要で、取消フラグが無効の場合。真:P-0191で更新処理へ進む。偽:E-LD-0190を記録して承認待ちにする。</a:t>
            </a:r>
            <a:endParaRPr lang="ja-JP" sz="500"/>
          </a:p>
          <a:p>
            <a:r>
              <a:rPr lang="ja-JP" dirty="0" sz="500"/>
              <a:t>LD-0191 条件:外部応答コード09が正常かつ応答時刻がタイムアウト以内の場合。真:P-0192で応答項目を反映する。偽:E-LD-0191を記録して再送判定へ進む。</a:t>
            </a:r>
            <a:endParaRPr lang="ja-JP" sz="500"/>
          </a:p>
          <a:p>
            <a:r>
              <a:rPr lang="ja-JP" dirty="0" sz="500"/>
              <a:t>LD-0192 条件:更新前後の整合性検査02が成功し排他版番号が一致する場合。真:P-0193で次明細を処理する。偽:E-LD-0192を記録して全更新を取り消す。</a:t>
            </a:r>
            <a:endParaRPr lang="ja-JP" sz="500"/>
          </a:p>
          <a:p>
            <a:r>
              <a:rPr lang="ja-JP" dirty="0" sz="500"/>
              <a:t>LD-0193 条件:入力項目09が必須かつ正規化後も空でない場合。真:P-0194で桁数検証する。偽:E-LD-0193を記録して入力画面へ戻す。</a:t>
            </a:r>
            <a:endParaRPr lang="ja-JP" sz="500"/>
          </a:p>
          <a:p>
            <a:r>
              <a:rPr lang="ja-JP" dirty="0" sz="500"/>
              <a:t>LD-0194 条件:口座状態07が取引可能で利用停止理由が未設定の場合。真:P-0195で残高を照会する。偽:E-LD-0194を記録してDB更新を行わない。</a:t>
            </a:r>
            <a:endParaRPr lang="ja-JP" sz="500"/>
          </a:p>
          <a:p>
            <a:r>
              <a:rPr lang="ja-JP" dirty="0" sz="500"/>
              <a:t>LD-0195 条件:取引金額区分6が日次限度内で累計額との合計も限度以下の場合。真:P-0196で手数料を計算する。偽:E-LD-0195を記録して承認待ちへ遷移する。</a:t>
            </a:r>
            <a:endParaRPr lang="ja-JP" sz="500"/>
          </a:p>
          <a:p>
            <a:r>
              <a:rPr lang="ja-JP" dirty="0" sz="500"/>
              <a:t>LD-0196 条件:基準日区分0が営業日で締め時刻前の場合。真:P-0197で当日扱いにする。偽:P-DEFERへ遷移して翌営業日扱いにする。</a:t>
            </a:r>
            <a:endParaRPr lang="ja-JP" sz="500"/>
          </a:p>
          <a:p>
            <a:r>
              <a:rPr lang="ja-JP" dirty="0" sz="500"/>
              <a:t>LD-0197 条件:参照SQLのSQLCODEが0かつ取得件数が1件の場合。真:P-0198で取得値をワークへ設定する。偽:E-LD-0197を記録して作業単位をロールバックする。</a:t>
            </a:r>
            <a:endParaRPr lang="ja-JP" sz="500"/>
          </a:p>
          <a:p>
            <a:r>
              <a:rPr lang="ja-JP" dirty="0" sz="500"/>
              <a:t>LD-0198 条件:承認区分3が承認済みまたは承認不要で、取消フラグが無効の場合。真:P-0199で更新処理へ進む。偽:E-LD-0198を記録して承認待ちにする。</a:t>
            </a:r>
            <a:endParaRPr lang="ja-JP" sz="500"/>
          </a:p>
          <a:p>
            <a:r>
              <a:rPr lang="ja-JP" dirty="0" sz="500"/>
              <a:t>LD-0199 条件:外部応答コード04が正常かつ応答時刻がタイムアウト以内の場合。真:P-0200で応答項目を反映する。偽:E-LD-0199を記録して再送判定へ進む。</a:t>
            </a:r>
            <a:endParaRPr lang="ja-JP" sz="500"/>
          </a:p>
          <a:p>
            <a:r>
              <a:rPr lang="ja-JP" dirty="0" sz="500"/>
              <a:t>LD-0200 LD-MIDDLE-0200 条件:顧客区分が法人で取引金額が100万円以上かつ承認状態が未承認の場合。真:P-APPROVALへ進む。偽:P-0201へ進みE-LD-0200は記録しない。</a:t>
            </a:r>
            <a:endParaRPr lang="ja-JP" sz="500"/>
          </a:p>
          <a:p>
            <a:r>
              <a:rPr lang="ja-JP" dirty="0" sz="500"/>
              <a:t>LD-0201 条件:入力項目17が必須かつ正規化後も空でない場合。真:P-0202で桁数検証する。偽:E-LD-0201を記録して入力画面へ戻す。</a:t>
            </a:r>
            <a:endParaRPr lang="ja-JP" sz="500"/>
          </a:p>
          <a:p>
            <a:r>
              <a:rPr lang="ja-JP" dirty="0" sz="500"/>
              <a:t>LD-0202 条件:口座状態04が取引可能で利用停止理由が未設定の場合。真:P-0203で残高を照会する。偽:E-LD-0202を記録してDB更新を行わない。</a:t>
            </a:r>
            <a:endParaRPr lang="ja-JP" sz="500"/>
          </a:p>
          <a:p>
            <a:r>
              <a:rPr lang="ja-JP" dirty="0" sz="500"/>
              <a:t>LD-0203 条件:取引金額区分5が日次限度内で累計額との合計も限度以下の場合。真:P-0204で手数料を計算する。偽:E-LD-0203を記録して承認待ちへ遷移する。</a:t>
            </a:r>
            <a:endParaRPr lang="ja-JP" sz="500"/>
          </a:p>
          <a:p>
            <a:r>
              <a:rPr lang="ja-JP" dirty="0" sz="500"/>
              <a:t>LD-0204 条件:基準日区分1が営業日で締め時刻前の場合。真:P-0205で当日扱いにする。偽:P-DEFERへ遷移して翌営業日扱いにする。</a:t>
            </a:r>
            <a:endParaRPr lang="ja-JP" sz="500"/>
          </a:p>
          <a:p>
            <a:r>
              <a:rPr lang="ja-JP" dirty="0" sz="500"/>
              <a:t>LD-0205 条件:参照SQLのSQLCODEが0かつ取得件数が1件の場合。真:P-0206で取得値をワークへ設定する。偽:E-LD-0205を記録して作業単位をロールバックする。</a:t>
            </a:r>
            <a:endParaRPr lang="ja-JP" sz="500"/>
          </a:p>
          <a:p>
            <a:r>
              <a:rPr lang="ja-JP" dirty="0" sz="500"/>
              <a:t>LD-0206 条件:承認区分1が承認済みまたは承認不要で、取消フラグが無効の場合。真:P-0207で更新処理へ進む。偽:E-LD-0206を記録して承認待ちにする。</a:t>
            </a:r>
            <a:endParaRPr lang="ja-JP" sz="500"/>
          </a:p>
          <a:p>
            <a:r>
              <a:rPr lang="ja-JP" dirty="0" sz="500"/>
              <a:t>LD-0207 条件:外部応答コード12が正常かつ応答時刻がタイムアウト以内の場合。真:P-0208で応答項目を反映する。偽:E-LD-0207を記録して再送判定へ進む。</a:t>
            </a:r>
            <a:endParaRPr lang="ja-JP" sz="500"/>
          </a:p>
          <a:p>
            <a:r>
              <a:rPr lang="ja-JP" dirty="0" sz="500"/>
              <a:t>LD-0208 条件:更新前後の整合性検査18が成功し排他版番号が一致する場合。真:P-0209で次明細を処理する。偽:E-LD-0208を記録して全更新を取り消す。</a:t>
            </a:r>
            <a:endParaRPr lang="ja-JP" sz="500"/>
          </a:p>
          <a:p>
            <a:r>
              <a:rPr lang="ja-JP" dirty="0" sz="500"/>
              <a:t>LD-0209 条件:入力項目02が必須かつ正規化後も空でない場合。真:P-0210で桁数検証する。偽:E-LD-0209を記録して入力画面へ戻す。</a:t>
            </a:r>
            <a:endParaRPr lang="ja-JP" sz="500"/>
          </a:p>
          <a:p>
            <a:r>
              <a:rPr lang="ja-JP" dirty="0" sz="500"/>
              <a:t>LD-0210 条件:口座状態01が取引可能で利用停止理由が未設定の場合。真:P-0211で残高を照会する。偽:E-LD-0210を記録してDB更新を行わない。</a:t>
            </a:r>
            <a:endParaRPr lang="ja-JP" sz="500"/>
          </a:p>
          <a:p>
            <a:r>
              <a:rPr lang="ja-JP" dirty="0" sz="500"/>
              <a:t>LD-0211 条件:取引金額区分4が日次限度内で累計額との合計も限度以下の場合。真:P-0212で手数料を計算する。偽:E-LD-0211を記録して承認待ちへ遷移する。</a:t>
            </a:r>
            <a:endParaRPr lang="ja-JP" sz="500"/>
          </a:p>
          <a:p>
            <a:r>
              <a:rPr lang="ja-JP" dirty="0" sz="500"/>
              <a:t>LD-0212 条件:基準日区分2が営業日で締め時刻前の場合。真:P-0213で当日扱いにする。偽:P-DEFERへ遷移して翌営業日扱いにする。</a:t>
            </a:r>
            <a:endParaRPr lang="ja-JP" sz="500"/>
          </a:p>
          <a:p>
            <a:r>
              <a:rPr lang="ja-JP" dirty="0" sz="500"/>
              <a:t>LD-0213 条件:参照SQLのSQLCODEが0かつ取得件数が1件の場合。真:P-0214で取得値をワークへ設定する。偽:E-LD-0213を記録して作業単位をロールバックする。</a:t>
            </a:r>
            <a:endParaRPr lang="ja-JP" sz="500"/>
          </a:p>
          <a:p>
            <a:r>
              <a:rPr lang="ja-JP" dirty="0" sz="500"/>
              <a:t>LD-0214 条件:承認区分4が承認済みまたは承認不要で、取消フラグが無効の場合。真:P-0215で更新処理へ進む。偽:E-LD-0214を記録して承認待ちにする。</a:t>
            </a:r>
            <a:endParaRPr lang="ja-JP" sz="500"/>
          </a:p>
          <a:p>
            <a:r>
              <a:rPr lang="ja-JP" dirty="0" sz="500"/>
              <a:t>LD-0215 条件:外部応答コード07が正常かつ応答時刻がタイムアウト以内の場合。真:P-0216で応答項目を反映する。偽:E-LD-0215を記録して再送判定へ進む。</a:t>
            </a:r>
            <a:endParaRPr lang="ja-JP" sz="500"/>
          </a:p>
          <a:p>
            <a:r>
              <a:rPr lang="ja-JP" dirty="0" sz="500"/>
              <a:t>LD-0216 条件:更新前後の整合性検査07が成功し排他版番号が一致する場合。真:P-0217で次明細を処理する。偽:E-LD-0216を記録して全更新を取り消す。</a:t>
            </a:r>
            <a:endParaRPr lang="ja-JP" sz="500"/>
          </a:p>
          <a:p>
            <a:r>
              <a:rPr lang="ja-JP" dirty="0" sz="500"/>
              <a:t>LD-0217 条件:入力項目10が必須かつ正規化後も空でない場合。真:P-0218で桁数検証する。偽:E-LD-0217を記録して入力画面へ戻す。</a:t>
            </a:r>
            <a:endParaRPr lang="ja-JP" sz="500"/>
          </a:p>
          <a:p>
            <a:r>
              <a:rPr lang="ja-JP" dirty="0" sz="500"/>
              <a:t>LD-0218 条件:口座状態09が取引可能で利用停止理由が未設定の場合。真:P-0219で残高を照会する。偽:E-LD-0218を記録してDB更新を行わない。</a:t>
            </a:r>
            <a:endParaRPr lang="ja-JP" sz="500"/>
          </a:p>
          <a:p>
            <a:r>
              <a:rPr lang="ja-JP" dirty="0" sz="500"/>
              <a:t>LD-0219 条件:取引金額区分3が日次限度内で累計額との合計も限度以下の場合。真:P-0220で手数料を計算する。偽:E-LD-0219を記録して承認待ちへ遷移する。</a:t>
            </a:r>
            <a:endParaRPr lang="ja-JP" sz="500"/>
          </a:p>
          <a:p>
            <a:r>
              <a:rPr lang="ja-JP" dirty="0" sz="500"/>
              <a:t>LD-0220 条件:基準日区分3が営業日で締め時刻前の場合。真:P-0221で当日扱いにする。偽:P-DEFERへ遷移して翌営業日扱いにする。</a:t>
            </a:r>
            <a:endParaRPr lang="ja-JP" sz="500"/>
          </a:p>
          <a:p>
            <a:r>
              <a:rPr lang="ja-JP" dirty="0" sz="500"/>
              <a:t>LD-0221 条件:参照SQLのSQLCODEが0かつ取得件数が1件の場合。真:P-0222で取得値をワークへ設定する。偽:E-LD-0221を記録して作業単位をロールバックする。</a:t>
            </a:r>
            <a:endParaRPr lang="ja-JP" sz="500"/>
          </a:p>
          <a:p>
            <a:r>
              <a:rPr lang="ja-JP" dirty="0" sz="500"/>
              <a:t>LD-0222 条件:承認区分2が承認済みまたは承認不要で、取消フラグが無効の場合。真:P-0223で更新処理へ進む。偽:E-LD-0222を記録して承認待ちにする。</a:t>
            </a:r>
            <a:endParaRPr lang="ja-JP" sz="500"/>
          </a:p>
          <a:p>
            <a:r>
              <a:rPr lang="ja-JP" dirty="0" sz="500"/>
              <a:t>LD-0223 条件:外部応答コード02が正常かつ応答時刻がタイムアウト以内の場合。真:P-0224で応答項目を反映する。偽:E-LD-0223を記録して再送判定へ進む。</a:t>
            </a:r>
            <a:endParaRPr lang="ja-JP" sz="500"/>
          </a:p>
          <a:p>
            <a:r>
              <a:rPr lang="ja-JP" dirty="0" sz="500"/>
              <a:t>LD-0224 条件:更新前後の整合性検査15が成功し排他版番号が一致する場合。真:P-0225で次明細を処理する。偽:E-LD-0224を記録して全更新を取り消す。</a:t>
            </a:r>
            <a:endParaRPr lang="ja-JP" sz="500"/>
          </a:p>
          <a:p>
            <a:r>
              <a:rPr lang="ja-JP" dirty="0" sz="500"/>
              <a:t>LD-0225 条件:入力項目18が必須かつ正規化後も空でない場合。真:P-0226で桁数検証する。偽:E-LD-0225を記録して入力画面へ戻す。</a:t>
            </a:r>
            <a:endParaRPr lang="ja-JP" sz="500"/>
          </a:p>
          <a:p>
            <a:r>
              <a:rPr lang="ja-JP" dirty="0" sz="500"/>
              <a:t>LD-0226 条件:口座状態06が取引可能で利用停止理由が未設定の場合。真:P-0227で残高を照会する。偽:E-LD-0226を記録してDB更新を行わない。</a:t>
            </a:r>
            <a:endParaRPr lang="ja-JP" sz="500"/>
          </a:p>
          <a:p>
            <a:r>
              <a:rPr lang="ja-JP" dirty="0" sz="500"/>
              <a:t>LD-0227 条件:取引金額区分2が日次限度内で累計額との合計も限度以下の場合。真:P-0228で手数料を計算する。偽:E-LD-0227を記録して承認待ちへ遷移する。</a:t>
            </a:r>
            <a:endParaRPr lang="ja-JP" sz="500"/>
          </a:p>
          <a:p>
            <a:r>
              <a:rPr lang="ja-JP" dirty="0" sz="500"/>
              <a:t>LD-0228 条件:基準日区分4が営業日で締め時刻前の場合。真:P-0229で当日扱いにする。偽:P-DEFERへ遷移して翌営業日扱いにする。</a:t>
            </a:r>
            <a:endParaRPr lang="ja-JP" sz="500"/>
          </a:p>
          <a:p>
            <a:r>
              <a:rPr lang="ja-JP" dirty="0" sz="500"/>
              <a:t>LD-0229 条件:参照SQLのSQLCODEが0かつ取得件数が1件の場合。真:P-0230で取得値をワークへ設定する。偽:E-LD-0229を記録して作業単位をロールバックする。</a:t>
            </a:r>
            <a:endParaRPr lang="ja-JP" sz="500"/>
          </a:p>
          <a:p>
            <a:r>
              <a:rPr lang="ja-JP" dirty="0" sz="500"/>
              <a:t>LD-0230 条件:承認区分0が承認済みまたは承認不要で、取消フラグが無効の場合。真:P-0231で更新処理へ進む。偽:E-LD-0230を記録して承認待ちにする。</a:t>
            </a:r>
            <a:endParaRPr lang="ja-JP" sz="500"/>
          </a:p>
          <a:p>
            <a:r>
              <a:rPr lang="ja-JP" dirty="0" sz="500"/>
              <a:t>LD-0231 条件:外部応答コード10が正常かつ応答時刻がタイムアウト以内の場合。真:P-0232で応答項目を反映する。偽:E-LD-0231を記録して再送判定へ進む。</a:t>
            </a:r>
            <a:endParaRPr lang="ja-JP" sz="500"/>
          </a:p>
          <a:p>
            <a:r>
              <a:rPr lang="ja-JP" dirty="0" sz="500"/>
              <a:t>LD-0232 条件:更新前後の整合性検査04が成功し排他版番号が一致する場合。真:P-0233で次明細を処理する。偽:E-LD-0232を記録して全更新を取り消す。</a:t>
            </a:r>
            <a:endParaRPr lang="ja-JP" sz="500"/>
          </a:p>
          <a:p>
            <a:r>
              <a:rPr lang="ja-JP" dirty="0" sz="500"/>
              <a:t>LD-0233 条件:入力項目03が必須かつ正規化後も空でない場合。真:P-0234で桁数検証する。偽:E-LD-0233を記録して入力画面へ戻す。</a:t>
            </a:r>
            <a:endParaRPr lang="ja-JP" sz="500"/>
          </a:p>
          <a:p>
            <a:r>
              <a:rPr lang="ja-JP" dirty="0" sz="500"/>
              <a:t>LD-0234 条件:口座状態03が取引可能で利用停止理由が未設定の場合。真:P-0235で残高を照会する。偽:E-LD-0234を記録してDB更新を行わない。</a:t>
            </a:r>
            <a:endParaRPr lang="ja-JP" sz="500"/>
          </a:p>
          <a:p>
            <a:r>
              <a:rPr lang="ja-JP" dirty="0" sz="500"/>
              <a:t>LD-0235 条件:取引金額区分1が日次限度内で累計額との合計も限度以下の場合。真:P-0236で手数料を計算する。偽:E-LD-0235を記録して承認待ちへ遷移する。</a:t>
            </a:r>
            <a:endParaRPr lang="ja-JP" sz="500"/>
          </a:p>
          <a:p>
            <a:r>
              <a:rPr lang="ja-JP" dirty="0" sz="500"/>
              <a:t>LD-0236 条件:基準日区分5が営業日で締め時刻前の場合。真:P-0237で当日扱いにする。偽:P-DEFERへ遷移して翌営業日扱いにする。</a:t>
            </a:r>
            <a:endParaRPr lang="ja-JP" sz="500"/>
          </a:p>
          <a:p>
            <a:r>
              <a:rPr lang="ja-JP" dirty="0" sz="500"/>
              <a:t>LD-0237 条件:参照SQLのSQLCODEが0かつ取得件数が1件の場合。真:P-0238で取得値をワークへ設定する。偽:E-LD-0237を記録して作業単位をロールバックする。</a:t>
            </a:r>
            <a:endParaRPr lang="ja-JP" sz="500"/>
          </a:p>
          <a:p>
            <a:r>
              <a:rPr lang="ja-JP" dirty="0" sz="500"/>
              <a:t>LD-0238 条件:承認区分3が承認済みまたは承認不要で、取消フラグが無効の場合。真:P-0239で更新処理へ進む。偽:E-LD-0238を記録して承認待ちにする。</a:t>
            </a:r>
            <a:endParaRPr lang="ja-JP" sz="500"/>
          </a:p>
          <a:p>
            <a:r>
              <a:rPr lang="ja-JP" dirty="0" sz="500"/>
              <a:t>LD-0239 条件:外部応答コード05が正常かつ応答時刻がタイムアウト以内の場合。真:P-0240で応答項目を反映する。偽:E-LD-0239を記録して再送判定へ進む。</a:t>
            </a:r>
            <a:endParaRPr lang="ja-JP" sz="500"/>
          </a:p>
          <a:p>
            <a:r>
              <a:rPr lang="ja-JP" dirty="0" sz="500"/>
              <a:t>LD-0240 条件:更新前後の整合性検査12が成功し排他版番号が一致する場合。真:P-0241で次明細を処理する。偽:E-LD-0240を記録して全更新を取り消す。</a:t>
            </a:r>
            <a:endParaRPr lang="ja-JP" sz="500"/>
          </a:p>
          <a:p>
            <a:r>
              <a:rPr lang="ja-JP" dirty="0" sz="500"/>
              <a:t>LD-0241 条件:入力項目11が必須かつ正規化後も空でない場合。真:P-0242で桁数検証する。偽:E-LD-0241を記録して入力画面へ戻す。</a:t>
            </a:r>
            <a:endParaRPr lang="ja-JP" sz="500"/>
          </a:p>
          <a:p>
            <a:r>
              <a:rPr lang="ja-JP" dirty="0" sz="500"/>
              <a:t>LD-0242 条件:口座状態00が取引可能で利用停止理由が未設定の場合。真:P-0243で残高を照会する。偽:E-LD-0242を記録してDB更新を行わない。</a:t>
            </a:r>
            <a:endParaRPr lang="ja-JP" sz="500"/>
          </a:p>
          <a:p>
            <a:r>
              <a:rPr lang="ja-JP" dirty="0" sz="500"/>
              <a:t>LD-0243 条件:取引金額区分0が日次限度内で累計額との合計も限度以下の場合。真:P-0244で手数料を計算する。偽:E-LD-0243を記録して承認待ちへ遷移する。</a:t>
            </a:r>
            <a:endParaRPr lang="ja-JP" sz="500"/>
          </a:p>
          <a:p>
            <a:r>
              <a:rPr lang="ja-JP" dirty="0" sz="500"/>
              <a:t>LD-0244 条件:基準日区分6が営業日で締め時刻前の場合。真:P-0245で当日扱いにする。偽:P-DEFERへ遷移して翌営業日扱いにする。</a:t>
            </a:r>
            <a:endParaRPr lang="ja-JP" sz="500"/>
          </a:p>
          <a:p>
            <a:r>
              <a:rPr lang="ja-JP" dirty="0" sz="500"/>
              <a:t>LD-0245 条件:参照SQLのSQLCODEが0かつ取得件数が1件の場合。真:P-0246で取得値をワークへ設定する。偽:E-LD-0245を記録して作業単位をロールバックする。</a:t>
            </a:r>
            <a:endParaRPr lang="ja-JP" sz="500"/>
          </a:p>
          <a:p>
            <a:r>
              <a:rPr lang="ja-JP" dirty="0" sz="500"/>
              <a:t>LD-0246 条件:承認区分1が承認済みまたは承認不要で、取消フラグが無効の場合。真:P-0247で更新処理へ進む。偽:E-LD-0246を記録して承認待ちにする。</a:t>
            </a:r>
            <a:endParaRPr lang="ja-JP" sz="500"/>
          </a:p>
          <a:p>
            <a:r>
              <a:rPr lang="ja-JP" dirty="0" sz="500"/>
              <a:t>LD-0247 条件:外部応答コード00が正常かつ応答時刻がタイムアウト以内の場合。真:P-0248で応答項目を反映する。偽:E-LD-0247を記録して再送判定へ進む。</a:t>
            </a:r>
            <a:endParaRPr lang="ja-JP" sz="500"/>
          </a:p>
          <a:p>
            <a:r>
              <a:rPr lang="ja-JP" dirty="0" sz="500"/>
              <a:t>LD-0248 条件:外部与信照会のHTTP状態が200かつ業務結果コードが00で、応答受信時刻が要求送信から3秒以内の場合。真:P-0249で与信枠を確定する。偽:タイムアウトか503なら最大2回再送し、上限到達時だけE-LD-0248を記録する。</a:t>
            </a:r>
            <a:endParaRPr lang="ja-JP" sz="500"/>
          </a:p>
          <a:p>
            <a:r>
              <a:rPr lang="ja-JP" dirty="0" sz="500"/>
              <a:t>LD-0249 条件:入力項目19が必須かつ正規化後も空でない場合。真:P-0250で桁数検証する。偽:E-LD-0249を記録して入力画面へ戻す。</a:t>
            </a:r>
            <a:endParaRPr lang="ja-JP" sz="500"/>
          </a:p>
          <a:p>
            <a:r>
              <a:rPr lang="ja-JP" dirty="0" sz="500"/>
              <a:t>LD-0250 条件:口座状態08が取引可能で利用停止理由が未設定の場合。真:P-0251で残高を照会する。偽:E-LD-0250を記録してDB更新を行わない。</a:t>
            </a:r>
            <a:endParaRPr lang="ja-JP" sz="500"/>
          </a:p>
          <a:p>
            <a:r>
              <a:rPr lang="ja-JP" dirty="0" sz="500"/>
              <a:t>LD-0251 条件:取引金額区分8が日次限度内で累計額との合計も限度以下の場合。真:P-0252で手数料を計算する。偽:E-LD-0251を記録して承認待ちへ遷移する。</a:t>
            </a:r>
            <a:endParaRPr lang="ja-JP" sz="500"/>
          </a:p>
          <a:p>
            <a:r>
              <a:rPr lang="ja-JP" dirty="0" sz="500"/>
              <a:t>LD-0252 条件:基準日区分0が営業日で締め時刻前の場合。真:P-0253で当日扱いにする。偽:P-DEFERへ遷移して翌営業日扱いにする。</a:t>
            </a:r>
            <a:endParaRPr lang="ja-JP" sz="500"/>
          </a:p>
          <a:p>
            <a:r>
              <a:rPr lang="ja-JP" dirty="0" sz="500"/>
              <a:t>LD-0253 条件:参照SQLのSQLCODEが0かつ取得件数が1件の場合。真:P-0254で取得値をワークへ設定する。偽:E-LD-0253を記録して作業単位をロールバックする。</a:t>
            </a:r>
            <a:endParaRPr lang="ja-JP" sz="500"/>
          </a:p>
          <a:p>
            <a:r>
              <a:rPr lang="ja-JP" dirty="0" sz="500"/>
              <a:t>LD-0254 条件:承認区分4が承認済みまたは承認不要で、取消フラグが無効の場合。真:P-0255で更新処理へ進む。偽:E-LD-0254を記録して承認待ちにする。</a:t>
            </a:r>
            <a:endParaRPr lang="ja-JP" sz="500"/>
          </a:p>
          <a:p>
            <a:r>
              <a:rPr lang="ja-JP" dirty="0" sz="500"/>
              <a:t>LD-0255 条件:外部応答コード08が正常かつ応答時刻がタイムアウト以内の場合。真:P-0256で応答項目を反映する。偽:E-LD-0255を記録して再送判定へ進む。</a:t>
            </a:r>
            <a:endParaRPr lang="ja-JP" sz="500"/>
          </a:p>
          <a:p>
            <a:r>
              <a:rPr lang="ja-JP" dirty="0" sz="500"/>
              <a:t>LD-0256 条件:更新前後の整合性検査09が成功し排他版番号が一致する場合。真:P-0257で次明細を処理する。偽:E-LD-0256を記録して全更新を取り消す。</a:t>
            </a:r>
            <a:endParaRPr lang="ja-JP" sz="500"/>
          </a:p>
          <a:p>
            <a:r>
              <a:rPr lang="ja-JP" dirty="0" sz="500"/>
              <a:t>LD-0257 条件:入力項目04が必須かつ正規化後も空でない場合。真:P-0258で桁数検証する。偽:E-LD-0257を記録して入力画面へ戻す。</a:t>
            </a:r>
            <a:endParaRPr lang="ja-JP" sz="500"/>
          </a:p>
          <a:p>
            <a:r>
              <a:rPr lang="ja-JP" dirty="0" sz="500"/>
              <a:t>LD-0258 条件:口座状態05が取引可能で利用停止理由が未設定の場合。真:P-0259で残高を照会する。偽:E-LD-0258を記録してDB更新を行わない。</a:t>
            </a:r>
            <a:endParaRPr lang="ja-JP" sz="500"/>
          </a:p>
          <a:p>
            <a:r>
              <a:rPr lang="ja-JP" dirty="0" sz="500"/>
              <a:t>LD-0259 条件:取引金額区分7が日次限度内で累計額との合計も限度以下の場合。真:P-0260で手数料を計算する。偽:E-LD-0259を記録して承認待ちへ遷移する。</a:t>
            </a:r>
            <a:endParaRPr lang="ja-JP" sz="500"/>
          </a:p>
          <a:p>
            <a:r>
              <a:rPr lang="ja-JP" dirty="0" sz="500"/>
              <a:t>LD-0260 条件:基準日区分1が営業日で締め時刻前の場合。真:P-0261で当日扱いにする。偽:P-DEFERへ遷移して翌営業日扱いにする。</a:t>
            </a:r>
            <a:endParaRPr lang="ja-JP" sz="500"/>
          </a:p>
          <a:p>
            <a:r>
              <a:rPr lang="ja-JP" dirty="0" sz="500"/>
              <a:t>LD-0261 条件:参照SQLのSQLCODEが0かつ取得件数が1件の場合。真:P-0262で取得値をワークへ設定する。偽:E-LD-0261を記録して作業単位をロールバックする。</a:t>
            </a:r>
            <a:endParaRPr lang="ja-JP" sz="500"/>
          </a:p>
          <a:p>
            <a:r>
              <a:rPr lang="ja-JP" dirty="0" sz="500"/>
              <a:t>LD-0262 条件:承認区分2が承認済みまたは承認不要で、取消フラグが無効の場合。真:P-0263で更新処理へ進む。偽:E-LD-0262を記録して承認待ちにする。</a:t>
            </a:r>
            <a:endParaRPr lang="ja-JP" sz="500"/>
          </a:p>
          <a:p>
            <a:r>
              <a:rPr lang="ja-JP" dirty="0" sz="500"/>
              <a:t>LD-0263 条件:外部応答コード03が正常かつ応答時刻がタイムアウト以内の場合。真:P-0264で応答項目を反映する。偽:E-LD-0263を記録して再送判定へ進む。</a:t>
            </a:r>
            <a:endParaRPr lang="ja-JP" sz="500"/>
          </a:p>
          <a:p>
            <a:r>
              <a:rPr lang="ja-JP" dirty="0" sz="500"/>
              <a:t>LD-0264 条件:更新前後の整合性検査17が成功し排他版番号が一致する場合。真:P-0265で次明細を処理する。偽:E-LD-0264を記録して全更新を取り消す。</a:t>
            </a:r>
            <a:endParaRPr lang="ja-JP" sz="500"/>
          </a:p>
          <a:p>
            <a:r>
              <a:rPr lang="ja-JP" dirty="0" sz="500"/>
              <a:t>LD-0265 条件:入力項目12が必須かつ正規化後も空でない場合。真:P-0266で桁数検証する。偽:E-LD-0265を記録して入力画面へ戻す。</a:t>
            </a:r>
            <a:endParaRPr lang="ja-JP" sz="500"/>
          </a:p>
          <a:p>
            <a:r>
              <a:rPr lang="ja-JP" dirty="0" sz="500"/>
              <a:t>LD-0266 条件:口座状態02が取引可能で利用停止理由が未設定の場合。真:P-0267で残高を照会する。偽:E-LD-0266を記録してDB更新を行わない。</a:t>
            </a:r>
            <a:endParaRPr lang="ja-JP" sz="500"/>
          </a:p>
          <a:p>
            <a:r>
              <a:rPr lang="ja-JP" dirty="0" sz="500"/>
              <a:t>LD-0267 条件:取引金額区分6が日次限度内で累計額との合計も限度以下の場合。真:P-0268で手数料を計算する。偽:E-LD-0267を記録して承認待ちへ遷移する。</a:t>
            </a:r>
            <a:endParaRPr lang="ja-JP" sz="500"/>
          </a:p>
          <a:p>
            <a:r>
              <a:rPr lang="ja-JP" dirty="0" sz="500"/>
              <a:t>LD-0268 条件:基準日区分2が営業日で締め時刻前の場合。真:P-0269で当日扱いにする。偽:P-DEFERへ遷移して翌営業日扱いにする。</a:t>
            </a:r>
            <a:endParaRPr lang="ja-JP" sz="500"/>
          </a:p>
          <a:p>
            <a:r>
              <a:rPr lang="ja-JP" dirty="0" sz="500"/>
              <a:t>LD-0269 条件:参照SQLのSQLCODEが0かつ取得件数が1件の場合。真:P-0270で取得値をワークへ設定する。偽:E-LD-0269を記録して作業単位をロールバックする。</a:t>
            </a:r>
            <a:endParaRPr lang="ja-JP" sz="500"/>
          </a:p>
          <a:p>
            <a:r>
              <a:rPr lang="ja-JP" dirty="0" sz="500"/>
              <a:t>LD-0270 条件:承認区分0が承認済みまたは承認不要で、取消フラグが無効の場合。真:P-0271で更新処理へ進む。偽:E-LD-0270を記録して承認待ちにする。</a:t>
            </a:r>
            <a:endParaRPr lang="ja-JP" sz="500"/>
          </a:p>
          <a:p>
            <a:r>
              <a:rPr lang="ja-JP" dirty="0" sz="500"/>
              <a:t>LD-0271 条件:外部応答コード11が正常かつ応答時刻がタイムアウト以内の場合。真:P-0272で応答項目を反映する。偽:E-LD-0271を記録して再送判定へ進む。</a:t>
            </a:r>
            <a:endParaRPr lang="ja-JP" sz="500"/>
          </a:p>
          <a:p>
            <a:r>
              <a:rPr lang="ja-JP" dirty="0" sz="500"/>
              <a:t>LD-0272 条件:更新前後の整合性検査06が成功し排他版番号が一致する場合。真:P-0273で次明細を処理する。偽:E-LD-0272を記録して全更新を取り消す。</a:t>
            </a:r>
            <a:endParaRPr lang="ja-JP" sz="500"/>
          </a:p>
          <a:p>
            <a:r>
              <a:rPr lang="ja-JP" dirty="0" sz="500"/>
              <a:t>LD-0273 条件:入力項目20が必須かつ正規化後も空でない場合。真:P-0274で桁数検証する。偽:E-LD-0273を記録して入力画面へ戻す。</a:t>
            </a:r>
            <a:endParaRPr lang="ja-JP" sz="500"/>
          </a:p>
          <a:p>
            <a:r>
              <a:rPr lang="ja-JP" dirty="0" sz="500"/>
              <a:t>LD-0274 条件:口座状態10が取引可能で利用停止理由が未設定の場合。真:P-0275で残高を照会する。偽:E-LD-0274を記録してDB更新を行わない。</a:t>
            </a:r>
            <a:endParaRPr lang="ja-JP" sz="500"/>
          </a:p>
          <a:p>
            <a:r>
              <a:rPr lang="ja-JP" dirty="0" sz="500"/>
              <a:t>LD-0275 条件:取引金額区分5が日次限度内で累計額との合計も限度以下の場合。真:P-0276で手数料を計算する。偽:E-LD-0275を記録して承認待ちへ遷移する。</a:t>
            </a:r>
            <a:endParaRPr lang="ja-JP" sz="500"/>
          </a:p>
          <a:p>
            <a:r>
              <a:rPr lang="ja-JP" dirty="0" sz="500"/>
              <a:t>LD-0276 条件:基準日区分3が営業日で締め時刻前の場合。真:P-0277で当日扱いにする。偽:P-DEFERへ遷移して翌営業日扱いにする。</a:t>
            </a:r>
            <a:endParaRPr lang="ja-JP" sz="500"/>
          </a:p>
          <a:p>
            <a:r>
              <a:rPr lang="ja-JP" dirty="0" sz="500"/>
              <a:t>LD-0277 条件:参照SQLのSQLCODEが0かつ取得件数が1件の場合。真:P-0278で取得値をワークへ設定する。偽:E-LD-0277を記録して作業単位をロールバックする。</a:t>
            </a:r>
            <a:endParaRPr lang="ja-JP" sz="500"/>
          </a:p>
          <a:p>
            <a:r>
              <a:rPr lang="ja-JP" dirty="0" sz="500"/>
              <a:t>LD-0278 条件:承認区分3が承認済みまたは承認不要で、取消フラグが無効の場合。真:P-0279で更新処理へ進む。偽:E-LD-0278を記録して承認待ちにする。</a:t>
            </a:r>
            <a:endParaRPr lang="ja-JP" sz="500"/>
          </a:p>
          <a:p>
            <a:r>
              <a:rPr lang="ja-JP" dirty="0" sz="500"/>
              <a:t>LD-0279 条件:外部応答コード06が正常かつ応答時刻がタイムアウト以内の場合。真:P-0280で応答項目を反映する。偽:E-LD-0279を記録して再送判定へ進む。</a:t>
            </a:r>
            <a:endParaRPr lang="ja-JP" sz="500"/>
          </a:p>
          <a:p>
            <a:r>
              <a:rPr lang="ja-JP" dirty="0" sz="500"/>
              <a:t>LD-0280 条件:更新前後の整合性検査14が成功し排他版番号が一致する場合。真:P-0281で次明細を処理する。偽:E-LD-0280を記録して全更新を取り消す。</a:t>
            </a:r>
            <a:endParaRPr lang="ja-JP" sz="500"/>
          </a:p>
          <a:p>
            <a:r>
              <a:rPr lang="ja-JP" dirty="0" sz="500"/>
              <a:t>LD-0281 条件:入力項目05が必須かつ正規化後も空でない場合。真:P-0282で桁数検証する。偽:E-LD-0281を記録して入力画面へ戻す。</a:t>
            </a:r>
            <a:endParaRPr lang="ja-JP" sz="500"/>
          </a:p>
          <a:p>
            <a:r>
              <a:rPr lang="ja-JP" dirty="0" sz="500"/>
              <a:t>LD-0282 条件:口座状態07が取引可能で利用停止理由が未設定の場合。真:P-0283で残高を照会する。偽:E-LD-0282を記録してDB更新を行わない。</a:t>
            </a:r>
            <a:endParaRPr lang="ja-JP" sz="500"/>
          </a:p>
          <a:p>
            <a:r>
              <a:rPr lang="ja-JP" dirty="0" sz="500"/>
              <a:t>LD-0283 条件:取引金額区分4が日次限度内で累計額との合計も限度以下の場合。真:P-0284で手数料を計算する。偽:E-LD-0283を記録して承認待ちへ遷移する。</a:t>
            </a:r>
            <a:endParaRPr lang="ja-JP" sz="500"/>
          </a:p>
          <a:p>
            <a:r>
              <a:rPr lang="ja-JP" dirty="0" sz="500"/>
              <a:t>LD-0284 条件:基準日区分4が営業日で締め時刻前の場合。真:P-0285で当日扱いにする。偽:P-DEFERへ遷移して翌営業日扱いにする。</a:t>
            </a:r>
            <a:endParaRPr lang="ja-JP" sz="500"/>
          </a:p>
          <a:p>
            <a:r>
              <a:rPr lang="ja-JP" dirty="0" sz="500"/>
              <a:t>LD-0285 条件:参照SQLのSQLCODEが0かつ取得件数が1件の場合。真:P-0286で取得値をワークへ設定する。偽:E-LD-0285を記録して作業単位をロールバックする。</a:t>
            </a:r>
            <a:endParaRPr lang="ja-JP" sz="500"/>
          </a:p>
          <a:p>
            <a:r>
              <a:rPr lang="ja-JP" dirty="0" sz="500"/>
              <a:t>LD-0286 条件:承認区分1が承認済みまたは承認不要で、取消フラグが無効の場合。真:P-0287で更新処理へ進む。偽:E-LD-0286を記録して承認待ちにする。</a:t>
            </a:r>
            <a:endParaRPr lang="ja-JP" sz="500"/>
          </a:p>
          <a:p>
            <a:r>
              <a:rPr lang="ja-JP" dirty="0" sz="500"/>
              <a:t>LD-0287 条件:更新対象の版番号が読込時版番号と一致し、かつ更新件数が1件の場合。真:P-0288で後続明細を更新する。偽:楽観ロック競合として全明細をロールバックしE-LD-0287を記録する。</a:t>
            </a:r>
            <a:endParaRPr lang="ja-JP" sz="500"/>
          </a:p>
          <a:p>
            <a:r>
              <a:rPr lang="ja-JP" dirty="0" sz="500"/>
              <a:t>LD-0288 条件:更新前後の整合性検査03が成功し排他版番号が一致する場合。真:P-0289で次明細を処理する。偽:E-LD-0288を記録して全更新を取り消す。</a:t>
            </a:r>
            <a:endParaRPr lang="ja-JP" sz="500"/>
          </a:p>
          <a:p>
            <a:r>
              <a:rPr lang="ja-JP" dirty="0" sz="500"/>
              <a:t>LD-0289 条件:入力項目13が必須かつ正規化後も空でない場合。真:P-0290で桁数検証する。偽:E-LD-0289を記録して入力画面へ戻す。</a:t>
            </a:r>
            <a:endParaRPr lang="ja-JP" sz="500"/>
          </a:p>
          <a:p>
            <a:r>
              <a:rPr lang="ja-JP" dirty="0" sz="500"/>
              <a:t>LD-0290 条件:口座状態04が取引可能で利用停止理由が未設定の場合。真:P-0291で残高を照会する。偽:E-LD-0290を記録してDB更新を行わない。</a:t>
            </a:r>
            <a:endParaRPr lang="ja-JP" sz="500"/>
          </a:p>
          <a:p>
            <a:r>
              <a:rPr lang="ja-JP" dirty="0" sz="500"/>
              <a:t>LD-0291 条件:取引金額区分3が日次限度内で累計額との合計も限度以下の場合。真:P-0292で手数料を計算する。偽:E-LD-0291を記録して承認待ちへ遷移する。</a:t>
            </a:r>
            <a:endParaRPr lang="ja-JP" sz="500"/>
          </a:p>
          <a:p>
            <a:r>
              <a:rPr lang="ja-JP" dirty="0" sz="500"/>
              <a:t>LD-0292 条件:基準日区分5が営業日で締め時刻前の場合。真:P-0293で当日扱いにする。偽:P-DEFERへ遷移して翌営業日扱いにする。</a:t>
            </a:r>
            <a:endParaRPr lang="ja-JP" sz="500"/>
          </a:p>
          <a:p>
            <a:r>
              <a:rPr lang="ja-JP" dirty="0" sz="500"/>
              <a:t>LD-0293 条件:参照SQLのSQLCODEが0かつ取得件数が1件の場合。真:P-0294で取得値をワークへ設定する。偽:E-LD-0293を記録して作業単位をロールバックする。</a:t>
            </a:r>
            <a:endParaRPr lang="ja-JP" sz="500"/>
          </a:p>
          <a:p>
            <a:r>
              <a:rPr lang="ja-JP" dirty="0" sz="500"/>
              <a:t>LD-0294 条件:承認区分4が承認済みまたは承認不要で、取消フラグが無効の場合。真:P-0295で更新処理へ進む。偽:E-LD-0294を記録して承認待ちにする。</a:t>
            </a:r>
            <a:endParaRPr lang="ja-JP" sz="500"/>
          </a:p>
          <a:p>
            <a:r>
              <a:rPr lang="ja-JP" dirty="0" sz="500"/>
              <a:t>LD-0295 条件:外部応答コード09が正常かつ応答時刻がタイムアウト以内の場合。真:P-0296で応答項目を反映する。偽:E-LD-0295を記録して再送判定へ進む。</a:t>
            </a:r>
            <a:endParaRPr lang="ja-JP" sz="500"/>
          </a:p>
          <a:p>
            <a:r>
              <a:rPr lang="ja-JP" dirty="0" sz="500"/>
              <a:t>LD-0296 条件:更新前後の整合性検査11が成功し排他版番号が一致する場合。真:P-0297で次明細を処理する。偽:E-LD-0296を記録して全更新を取り消す。</a:t>
            </a:r>
            <a:endParaRPr lang="ja-JP" sz="500"/>
          </a:p>
          <a:p>
            <a:r>
              <a:rPr lang="ja-JP" dirty="0" sz="500"/>
              <a:t>LD-0297 条件:入力項目21が必須かつ正規化後も空でない場合。真:P-0298で桁数検証する。偽:E-LD-0297を記録して入力画面へ戻す。</a:t>
            </a:r>
            <a:endParaRPr lang="ja-JP" sz="500"/>
          </a:p>
          <a:p>
            <a:r>
              <a:rPr lang="ja-JP" dirty="0" sz="500"/>
              <a:t>LD-0298 条件:口座状態01が取引可能で利用停止理由が未設定の場合。真:P-0299で残高を照会する。偽:E-LD-0298を記録してDB更新を行わない。</a:t>
            </a:r>
            <a:endParaRPr lang="ja-JP" sz="500"/>
          </a:p>
          <a:p>
            <a:r>
              <a:rPr lang="ja-JP" dirty="0" sz="500"/>
              <a:t>LD-0299 条件:取引金額区分2が日次限度内で累計額との合計も限度以下の場合。真:P-0300で手数料を計算する。偽:E-LD-0299を記録して承認待ちへ遷移する。</a:t>
            </a:r>
            <a:endParaRPr lang="ja-JP" sz="500"/>
          </a:p>
          <a:p>
            <a:r>
              <a:rPr lang="ja-JP" dirty="0" sz="500"/>
              <a:t>LD-0300 条件:基準日区分6が営業日で締め時刻前の場合。真:P-0301で当日扱いにする。偽:P-DEFERへ遷移して翌営業日扱いにする。</a:t>
            </a:r>
            <a:endParaRPr lang="ja-JP" sz="500"/>
          </a:p>
          <a:p>
            <a:r>
              <a:rPr lang="ja-JP" dirty="0" sz="500"/>
              <a:t>LD-0301 条件:参照SQLのSQLCODEが0かつ取得件数が1件の場合。真:P-0302で取得値をワークへ設定する。偽:E-LD-0301を記録して作業単位をロールバックする。</a:t>
            </a:r>
            <a:endParaRPr lang="ja-JP" sz="500"/>
          </a:p>
          <a:p>
            <a:r>
              <a:rPr lang="ja-JP" dirty="0" sz="500"/>
              <a:t>LD-0302 条件:承認区分2が承認済みまたは承認不要で、取消フラグが無効の場合。真:P-0303で更新処理へ進む。偽:E-LD-0302を記録して承認待ちにする。</a:t>
            </a:r>
            <a:endParaRPr lang="ja-JP" sz="500"/>
          </a:p>
          <a:p>
            <a:r>
              <a:rPr lang="ja-JP" dirty="0" sz="500"/>
              <a:t>LD-0303 条件:外部応答コード04が正常かつ応答時刻がタイムアウト以内の場合。真:P-0304で応答項目を反映する。偽:E-LD-0303を記録して再送判定へ進む。</a:t>
            </a:r>
            <a:endParaRPr lang="ja-JP" sz="500"/>
          </a:p>
          <a:p>
            <a:r>
              <a:rPr lang="ja-JP" dirty="0" sz="500"/>
              <a:t>LD-0304 条件:更新前後の整合性検査00が成功し排他版番号が一致する場合。真:P-0305で次明細を処理する。偽:E-LD-0304を記録して全更新を取り消す。</a:t>
            </a:r>
            <a:endParaRPr lang="ja-JP" sz="500"/>
          </a:p>
          <a:p>
            <a:r>
              <a:rPr lang="ja-JP" dirty="0" sz="500"/>
              <a:t>LD-0305 条件:入力項目06が必須かつ正規化後も空でない場合。真:P-0306で桁数検証する。偽:E-LD-0305を記録して入力画面へ戻す。</a:t>
            </a:r>
            <a:endParaRPr lang="ja-JP" sz="500"/>
          </a:p>
          <a:p>
            <a:r>
              <a:rPr lang="ja-JP" dirty="0" sz="500"/>
              <a:t>LD-0306 条件:口座状態09が取引可能で利用停止理由が未設定の場合。真:P-0307で残高を照会する。偽:E-LD-0306を記録してDB更新を行わない。</a:t>
            </a:r>
            <a:endParaRPr lang="ja-JP" sz="500"/>
          </a:p>
          <a:p>
            <a:r>
              <a:rPr lang="ja-JP" dirty="0" sz="500"/>
              <a:t>LD-0307 条件:取引金額区分1が日次限度内で累計額との合計も限度以下の場合。真:P-0308で手数料を計算する。偽:E-LD-0307を記録して承認待ちへ遷移する。</a:t>
            </a:r>
            <a:endParaRPr lang="ja-JP" sz="500"/>
          </a:p>
          <a:p>
            <a:r>
              <a:rPr lang="ja-JP" dirty="0" sz="500"/>
              <a:t>LD-0308 条件:基準日区分0が営業日で締め時刻前の場合。真:P-0309で当日扱いにする。偽:P-DEFERへ遷移して翌営業日扱いにする。</a:t>
            </a:r>
            <a:endParaRPr lang="ja-JP" sz="500"/>
          </a:p>
          <a:p>
            <a:r>
              <a:rPr lang="ja-JP" dirty="0" sz="500"/>
              <a:t>LD-0309 条件:参照SQLのSQLCODEが0かつ取得件数が1件の場合。真:P-0310で取得値をワークへ設定する。偽:E-LD-0309を記録して作業単位をロールバックする。</a:t>
            </a:r>
            <a:endParaRPr lang="ja-JP" sz="500"/>
          </a:p>
          <a:p>
            <a:r>
              <a:rPr lang="ja-JP" dirty="0" sz="500"/>
              <a:t>LD-0310 条件:承認区分0が承認済みまたは承認不要で、取消フラグが無効の場合。真:P-0311で更新処理へ進む。偽:E-LD-0310を記録して承認待ちにする。</a:t>
            </a:r>
            <a:endParaRPr lang="ja-JP" sz="500"/>
          </a:p>
          <a:p>
            <a:r>
              <a:rPr lang="ja-JP" dirty="0" sz="500"/>
              <a:t>LD-0311 条件:外部応答コード12が正常かつ応答時刻がタイムアウト以内の場合。真:P-0312で応答項目を反映する。偽:E-LD-0311を記録して再送判定へ進む。</a:t>
            </a:r>
            <a:endParaRPr lang="ja-JP" sz="500"/>
          </a:p>
          <a:p>
            <a:r>
              <a:rPr lang="ja-JP" dirty="0" sz="500"/>
              <a:t>LD-0312 条件:更新前後の整合性検査08が成功し排他版番号が一致する場合。真:P-0313で次明細を処理する。偽:E-LD-0312を記録して全更新を取り消す。</a:t>
            </a:r>
            <a:endParaRPr lang="ja-JP" sz="500"/>
          </a:p>
          <a:p>
            <a:r>
              <a:rPr lang="ja-JP" dirty="0" sz="500"/>
              <a:t>LD-0313 条件:入力項目14が必須かつ正規化後も空でない場合。真:P-0314で桁数検証する。偽:E-LD-0313を記録して入力画面へ戻す。</a:t>
            </a:r>
            <a:endParaRPr lang="ja-JP" sz="500"/>
          </a:p>
          <a:p>
            <a:r>
              <a:rPr lang="ja-JP" dirty="0" sz="500"/>
              <a:t>LD-0314 条件:口座状態06が取引可能で利用停止理由が未設定の場合。真:P-0315で残高を照会する。偽:E-LD-0314を記録してDB更新を行わない。</a:t>
            </a:r>
            <a:endParaRPr lang="ja-JP" sz="500"/>
          </a:p>
          <a:p>
            <a:r>
              <a:rPr lang="ja-JP" dirty="0" sz="500"/>
              <a:t>LD-0315 条件:取引金額区分0が日次限度内で累計額との合計も限度以下の場合。真:P-0316で手数料を計算する。偽:E-LD-0315を記録して承認待ちへ遷移する。</a:t>
            </a:r>
            <a:endParaRPr lang="ja-JP" sz="500"/>
          </a:p>
          <a:p>
            <a:r>
              <a:rPr lang="ja-JP" dirty="0" sz="500"/>
              <a:t>LD-0316 条件:基準日区分1が営業日で締め時刻前の場合。真:P-0317で当日扱いにする。偽:P-DEFERへ遷移して翌営業日扱いにする。</a:t>
            </a:r>
            <a:endParaRPr lang="ja-JP" sz="500"/>
          </a:p>
          <a:p>
            <a:r>
              <a:rPr lang="ja-JP" dirty="0" sz="500"/>
              <a:t>LD-0317 条件:参照SQLのSQLCODEが0かつ取得件数が1件の場合。真:P-0318で取得値をワークへ設定する。偽:E-LD-0317を記録して作業単位をロールバックする。</a:t>
            </a:r>
            <a:endParaRPr lang="ja-JP" sz="500"/>
          </a:p>
          <a:p>
            <a:r>
              <a:rPr lang="ja-JP" dirty="0" sz="500"/>
              <a:t>LD-0318 条件:承認区分3が承認済みまたは承認不要で、取消フラグが無効の場合。真:P-0319で更新処理へ進む。偽:E-LD-0318を記録して承認待ちにする。</a:t>
            </a:r>
            <a:endParaRPr lang="ja-JP" sz="500"/>
          </a:p>
          <a:p>
            <a:r>
              <a:rPr lang="ja-JP" dirty="0" sz="500"/>
              <a:t>LD-0319 条件:外部応答コード07が正常かつ応答時刻がタイムアウト以内の場合。真:P-0320で応答項目を反映する。偽:E-LD-0319を記録して再送判定へ進む。</a:t>
            </a:r>
            <a:endParaRPr lang="ja-JP" sz="500"/>
          </a:p>
          <a:p>
            <a:r>
              <a:rPr lang="ja-JP" dirty="0" sz="500"/>
              <a:t>LD-0320 条件:更新前後の整合性検査16が成功し排他版番号が一致する場合。真:P-0321で次明細を処理する。偽:E-LD-0320を記録して全更新を取り消す。</a:t>
            </a:r>
            <a:endParaRPr lang="ja-JP" sz="500"/>
          </a:p>
          <a:p>
            <a:r>
              <a:rPr lang="ja-JP" dirty="0" sz="500"/>
              <a:t>LD-0321 条件:(処理日が銀行営業日かつ時刻が08:00以上21:00未満)または(処理区分が夜間バッチかつ締め状態が未締め)の場合。真:P-0322で即時仕訳する。偽:P-DEFERへ遷移し翌営業日キューへ登録する。</a:t>
            </a:r>
            <a:endParaRPr lang="ja-JP" sz="500"/>
          </a:p>
          <a:p>
            <a:r>
              <a:rPr lang="ja-JP" dirty="0" sz="500"/>
              <a:t>LD-0322 条件:口座状態03が取引可能で利用停止理由が未設定の場合。真:P-0323で残高を照会する。偽:E-LD-0322を記録してDB更新を行わない。</a:t>
            </a:r>
            <a:endParaRPr lang="ja-JP" sz="500"/>
          </a:p>
          <a:p>
            <a:r>
              <a:rPr lang="ja-JP" dirty="0" sz="500"/>
              <a:t>LD-0323 条件:取引金額区分8が日次限度内で累計額との合計も限度以下の場合。真:P-0324で手数料を計算する。偽:E-LD-0323を記録して承認待ちへ遷移する。</a:t>
            </a:r>
            <a:endParaRPr lang="ja-JP" sz="500"/>
          </a:p>
          <a:p>
            <a:r>
              <a:rPr lang="ja-JP" dirty="0" sz="500"/>
              <a:t>LD-0324 条件:基準日区分2が営業日で締め時刻前の場合。真:P-0325で当日扱いにする。偽:P-DEFERへ遷移して翌営業日扱いにする。</a:t>
            </a:r>
            <a:endParaRPr lang="ja-JP" sz="500"/>
          </a:p>
          <a:p>
            <a:r>
              <a:rPr lang="ja-JP" dirty="0" sz="500"/>
              <a:t>LD-0325 条件:参照SQLのSQLCODEが0かつ取得件数が1件の場合。真:P-0326で取得値をワークへ設定する。偽:E-LD-0325を記録して作業単位をロールバックする。</a:t>
            </a:r>
            <a:endParaRPr lang="ja-JP" sz="500"/>
          </a:p>
          <a:p>
            <a:r>
              <a:rPr lang="ja-JP" dirty="0" sz="500"/>
              <a:t>LD-0326 条件:承認区分1が承認済みまたは承認不要で、取消フラグが無効の場合。真:P-0327で更新処理へ進む。偽:E-LD-0326を記録して承認待ちにする。</a:t>
            </a:r>
            <a:endParaRPr lang="ja-JP" sz="500"/>
          </a:p>
          <a:p>
            <a:r>
              <a:rPr lang="ja-JP" dirty="0" sz="500"/>
              <a:t>LD-0327 条件:外部応答コード02が正常かつ応答時刻がタイムアウト以内の場合。真:P-0328で応答項目を反映する。偽:E-LD-0327を記録して再送判定へ進む。</a:t>
            </a:r>
            <a:endParaRPr lang="ja-JP" sz="500"/>
          </a:p>
          <a:p>
            <a:r>
              <a:rPr lang="ja-JP" dirty="0" sz="500"/>
              <a:t>LD-0328 条件:更新前後の整合性検査05が成功し排他版番号が一致する場合。真:P-0329で次明細を処理する。偽:E-LD-0328を記録して全更新を取り消す。</a:t>
            </a:r>
            <a:endParaRPr lang="ja-JP" sz="500"/>
          </a:p>
          <a:p>
            <a:r>
              <a:rPr lang="ja-JP" dirty="0" sz="500"/>
              <a:t>LD-0329 条件:入力項目07が必須かつ正規化後も空でない場合。真:P-0330で桁数検証する。偽:E-LD-0329を記録して入力画面へ戻す。</a:t>
            </a:r>
            <a:endParaRPr lang="ja-JP" sz="500"/>
          </a:p>
          <a:p>
            <a:r>
              <a:rPr lang="ja-JP" dirty="0" sz="500"/>
              <a:t>LD-0330 条件:口座状態00が取引可能で利用停止理由が未設定の場合。真:P-0331で残高を照会する。偽:E-LD-0330を記録してDB更新を行わない。</a:t>
            </a:r>
            <a:endParaRPr lang="ja-JP" sz="500"/>
          </a:p>
          <a:p>
            <a:r>
              <a:rPr lang="ja-JP" dirty="0" sz="500"/>
              <a:t>LD-0331 条件:取引金額区分7が日次限度内で累計額との合計も限度以下の場合。真:P-0332で手数料を計算する。偽:E-LD-0331を記録して承認待ちへ遷移する。</a:t>
            </a:r>
            <a:endParaRPr lang="ja-JP" sz="500"/>
          </a:p>
          <a:p>
            <a:r>
              <a:rPr lang="ja-JP" dirty="0" sz="500"/>
              <a:t>LD-0332 条件:基準日区分3が営業日で締め時刻前の場合。真:P-0333で当日扱いにする。偽:P-DEFERへ遷移して翌営業日扱いにする。</a:t>
            </a:r>
            <a:endParaRPr lang="ja-JP" sz="500"/>
          </a:p>
          <a:p>
            <a:r>
              <a:rPr lang="ja-JP" dirty="0" sz="500"/>
              <a:t>LD-0333 条件:参照SQLのSQLCODEが0かつ取得件数が1件の場合。真:P-0334で取得値をワークへ設定する。偽:E-LD-0333を記録して作業単位をロールバックする。</a:t>
            </a:r>
            <a:endParaRPr lang="ja-JP" sz="500"/>
          </a:p>
          <a:p>
            <a:r>
              <a:rPr lang="ja-JP" dirty="0" sz="500"/>
              <a:t>LD-0334 条件:承認区分4が承認済みまたは承認不要で、取消フラグが無効の場合。真:P-0335で更新処理へ進む。偽:E-LD-0334を記録して承認待ちにする。</a:t>
            </a:r>
            <a:endParaRPr lang="ja-JP" sz="500"/>
          </a:p>
          <a:p>
            <a:r>
              <a:rPr lang="ja-JP" dirty="0" sz="500"/>
              <a:t>LD-0335 条件:外部応答コード10が正常かつ応答時刻がタイムアウト以内の場合。真:P-0336で応答項目を反映する。偽:E-LD-0335を記録して再送判定へ進む。</a:t>
            </a:r>
            <a:endParaRPr lang="ja-JP" sz="500"/>
          </a:p>
          <a:p>
            <a:r>
              <a:rPr lang="ja-JP" dirty="0" sz="500"/>
              <a:t>LD-0336 条件:更新前後の整合性検査13が成功し排他版番号が一致する場合。真:P-0337で次明細を処理する。偽:E-LD-0336を記録して全更新を取り消す。</a:t>
            </a:r>
            <a:endParaRPr lang="ja-JP" sz="500"/>
          </a:p>
          <a:p>
            <a:r>
              <a:rPr lang="ja-JP" dirty="0" sz="500"/>
              <a:t>LD-0337 条件:入力項目15が必須かつ正規化後も空でない場合。真:P-0338で桁数検証する。偽:E-LD-0337を記録して入力画面へ戻す。</a:t>
            </a:r>
            <a:endParaRPr lang="ja-JP" sz="500"/>
          </a:p>
          <a:p>
            <a:r>
              <a:rPr lang="ja-JP" dirty="0" sz="500"/>
              <a:t>LD-0338 条件:口座状態08が取引可能で利用停止理由が未設定の場合。真:P-0339で残高を照会する。偽:E-LD-0338を記録してDB更新を行わない。</a:t>
            </a:r>
            <a:endParaRPr lang="ja-JP" sz="500"/>
          </a:p>
          <a:p>
            <a:r>
              <a:rPr lang="ja-JP" dirty="0" sz="500"/>
              <a:t>LD-0339 条件:取引金額区分6が日次限度内で累計額との合計も限度以下の場合。真:P-0340で手数料を計算する。偽:E-LD-0339を記録して承認待ちへ遷移する。</a:t>
            </a:r>
            <a:endParaRPr lang="ja-JP" sz="500"/>
          </a:p>
          <a:p>
            <a:r>
              <a:rPr lang="ja-JP" dirty="0" sz="500"/>
              <a:t>LD-0340 条件:基準日区分4が営業日で締め時刻前の場合。真:P-0341で当日扱いにする。偽:P-DEFERへ遷移して翌営業日扱いにする。</a:t>
            </a:r>
            <a:endParaRPr lang="ja-JP" sz="500"/>
          </a:p>
          <a:p>
            <a:r>
              <a:rPr lang="ja-JP" dirty="0" sz="500"/>
              <a:t>LD-0341 条件:参照SQLのSQLCODEが0かつ取得件数が1件の場合。真:P-0342で取得値をワークへ設定する。偽:E-LD-0341を記録して作業単位をロールバックする。</a:t>
            </a:r>
            <a:endParaRPr lang="ja-JP" sz="500"/>
          </a:p>
          <a:p>
            <a:r>
              <a:rPr lang="ja-JP" dirty="0" sz="500"/>
              <a:t>LD-0342 条件:承認区分2が承認済みまたは承認不要で、取消フラグが無効の場合。真:P-0343で更新処理へ進む。偽:E-LD-0342を記録して承認待ちにする。</a:t>
            </a:r>
            <a:endParaRPr lang="ja-JP" sz="500"/>
          </a:p>
          <a:p>
            <a:r>
              <a:rPr lang="ja-JP" dirty="0" sz="500"/>
              <a:t>LD-0343 条件:外部応答コード05が正常かつ応答時刻がタイムアウト以内の場合。真:P-0344で応答項目を反映する。偽:E-LD-0343を記録して再送判定へ進む。</a:t>
            </a:r>
            <a:endParaRPr lang="ja-JP" sz="500"/>
          </a:p>
          <a:p>
            <a:r>
              <a:rPr lang="ja-JP" dirty="0" sz="500"/>
              <a:t>LD-0344 条件:更新前後の整合性検査02が成功し排他版番号が一致する場合。真:P-0345で次明細を処理する。偽:E-LD-0344を記録して全更新を取り消す。</a:t>
            </a:r>
            <a:endParaRPr lang="ja-JP" sz="500"/>
          </a:p>
          <a:p>
            <a:r>
              <a:rPr lang="ja-JP" dirty="0" sz="500"/>
              <a:t>LD-0345 条件:入力項目00が必須かつ正規化後も空でない場合。真:P-0346で桁数検証する。偽:E-LD-0345を記録して入力画面へ戻す。</a:t>
            </a:r>
            <a:endParaRPr lang="ja-JP" sz="500"/>
          </a:p>
          <a:p>
            <a:r>
              <a:rPr lang="ja-JP" dirty="0" sz="500"/>
              <a:t>LD-0346 条件:口座状態05が取引可能で利用停止理由が未設定の場合。真:P-0347で残高を照会する。偽:E-LD-0346を記録してDB更新を行わない。</a:t>
            </a:r>
            <a:endParaRPr lang="ja-JP" sz="500"/>
          </a:p>
          <a:p>
            <a:r>
              <a:rPr lang="ja-JP" dirty="0" sz="500"/>
              <a:t>LD-0347 条件:取引金額区分5が日次限度内で累計額との合計も限度以下の場合。真:P-0348で手数料を計算する。偽:E-LD-0347を記録して承認待ちへ遷移する。</a:t>
            </a:r>
            <a:endParaRPr lang="ja-JP" sz="500"/>
          </a:p>
          <a:p>
            <a:r>
              <a:rPr lang="ja-JP" dirty="0" sz="500"/>
              <a:t>LD-0348 条件:基準日区分5が営業日で締め時刻前の場合。真:P-0349で当日扱いにする。偽:P-DEFERへ遷移して翌営業日扱いにする。</a:t>
            </a:r>
            <a:endParaRPr lang="ja-JP" sz="500"/>
          </a:p>
          <a:p>
            <a:r>
              <a:rPr lang="ja-JP" dirty="0" sz="500"/>
              <a:t>LD-0349 条件:参照SQLのSQLCODEが0かつ取得件数が1件の場合。真:P-0350で取得値をワークへ設定する。偽:E-LD-0349を記録して作業単位をロールバックする。</a:t>
            </a:r>
            <a:endParaRPr lang="ja-JP" sz="500"/>
          </a:p>
          <a:p>
            <a:r>
              <a:rPr lang="ja-JP" dirty="0" sz="500"/>
              <a:t>LD-0350 条件:承認区分0が承認済みまたは承認不要で、取消フラグが無効の場合。真:P-0351で更新処理へ進む。偽:E-LD-0350を記録して承認待ちにする。</a:t>
            </a:r>
            <a:endParaRPr lang="ja-JP" sz="500"/>
          </a:p>
          <a:p>
            <a:r>
              <a:rPr lang="ja-JP" dirty="0" sz="500"/>
              <a:t>LD-0351 条件:外部応答コード00が正常かつ応答時刻がタイムアウト以内の場合。真:P-0352で応答項目を反映する。偽:E-LD-0351を記録して再送判定へ進む。</a:t>
            </a:r>
            <a:endParaRPr lang="ja-JP" sz="500"/>
          </a:p>
          <a:p>
            <a:r>
              <a:rPr lang="ja-JP" dirty="0" sz="500"/>
              <a:t>LD-0352 条件:更新前後の整合性検査10が成功し排他版番号が一致する場合。真:P-0353で次明細を処理する。偽:E-LD-0352を記録して全更新を取り消す。</a:t>
            </a:r>
            <a:endParaRPr lang="ja-JP" sz="500"/>
          </a:p>
          <a:p>
            <a:r>
              <a:rPr lang="ja-JP" dirty="0" sz="500"/>
              <a:t>LD-0353 条件:入力項目08が必須かつ正規化後も空でない場合。真:P-0354で桁数検証する。偽:E-LD-0353を記録して入力画面へ戻す。</a:t>
            </a:r>
            <a:endParaRPr lang="ja-JP" sz="500"/>
          </a:p>
          <a:p>
            <a:r>
              <a:rPr lang="ja-JP" dirty="0" sz="500"/>
              <a:t>LD-0354 条件:口座状態02が取引可能で利用停止理由が未設定の場合。真:P-0355で残高を照会する。偽:E-LD-0354を記録してDB更新を行わない。</a:t>
            </a:r>
            <a:endParaRPr lang="ja-JP" sz="500"/>
          </a:p>
          <a:p>
            <a:r>
              <a:rPr lang="ja-JP" dirty="0" sz="500"/>
              <a:t>LD-0355 条件:取引金額区分4が日次限度内で累計額との合計も限度以下の場合。真:P-0356で手数料を計算する。偽:E-LD-0355を記録して承認待ちへ遷移する。</a:t>
            </a:r>
            <a:endParaRPr lang="ja-JP" sz="500"/>
          </a:p>
          <a:p>
            <a:r>
              <a:rPr lang="ja-JP" dirty="0" sz="500"/>
              <a:t>LD-0356 条件:勘定更新が成功し通知更新が失敗した場合。真:勘定更新を打ち消す補償仕訳を作成し、通知は再送キューへ登録してE-LD-0356を記録する。偽:P-0357で通常の完了判定へ進む。</a:t>
            </a:r>
            <a:endParaRPr lang="ja-JP" sz="500"/>
          </a:p>
          <a:p>
            <a:r>
              <a:rPr lang="ja-JP" dirty="0" sz="500"/>
              <a:t>LD-0357 条件:参照SQLのSQLCODEが0かつ取得件数が1件の場合。真:P-0358で取得値をワークへ設定する。偽:E-LD-0357を記録して作業単位をロールバックする。</a:t>
            </a:r>
            <a:endParaRPr lang="ja-JP" sz="500"/>
          </a:p>
          <a:p>
            <a:r>
              <a:rPr lang="ja-JP" dirty="0" sz="500"/>
              <a:t>LD-0358 条件:承認区分3が承認済みまたは承認不要で、取消フラグが無効の場合。真:P-0359で更新処理へ進む。偽:E-LD-0358を記録して承認待ちにする。</a:t>
            </a:r>
            <a:endParaRPr lang="ja-JP" sz="500"/>
          </a:p>
          <a:p>
            <a:r>
              <a:rPr lang="ja-JP" dirty="0" sz="500"/>
              <a:t>LD-0359 条件:外部応答コード08が正常かつ応答時刻がタイムアウト以内の場合。真:P-0360で応答項目を反映する。偽:E-LD-0359を記録して再送判定へ進む。</a:t>
            </a:r>
            <a:endParaRPr lang="ja-JP" sz="500"/>
          </a:p>
          <a:p>
            <a:r>
              <a:rPr lang="ja-JP" dirty="0" sz="500"/>
              <a:t>LD-0360 条件:更新前後の整合性検査18が成功し排他版番号が一致する場合。真:P-0361で次明細を処理する。偽:E-LD-0360を記録して全更新を取り消す。</a:t>
            </a:r>
            <a:endParaRPr lang="ja-JP" sz="500"/>
          </a:p>
          <a:p>
            <a:r>
              <a:rPr lang="ja-JP" dirty="0" sz="500"/>
              <a:t>LD-0361 条件:入力項目16が必須かつ正規化後も空でない場合。真:P-0362で桁数検証する。偽:E-LD-0361を記録して入力画面へ戻す。</a:t>
            </a:r>
            <a:endParaRPr lang="ja-JP" sz="500"/>
          </a:p>
          <a:p>
            <a:r>
              <a:rPr lang="ja-JP" dirty="0" sz="500"/>
              <a:t>LD-0362 条件:口座状態10が取引可能で利用停止理由が未設定の場合。真:P-0363で残高を照会する。偽:E-LD-0362を記録してDB更新を行わない。</a:t>
            </a:r>
            <a:endParaRPr lang="ja-JP" sz="500"/>
          </a:p>
          <a:p>
            <a:r>
              <a:rPr lang="ja-JP" dirty="0" sz="500"/>
              <a:t>LD-0363 条件:取引金額区分3が日次限度内で累計額との合計も限度以下の場合。真:P-0364で手数料を計算する。偽:E-LD-0363を記録して承認待ちへ遷移する。</a:t>
            </a:r>
            <a:endParaRPr lang="ja-JP" sz="500"/>
          </a:p>
          <a:p>
            <a:r>
              <a:rPr lang="ja-JP" dirty="0" sz="500"/>
              <a:t>LD-0364 条件:基準日区分0が営業日で締め時刻前の場合。真:P-0365で当日扱いにする。偽:P-DEFERへ遷移して翌営業日扱いにする。</a:t>
            </a:r>
            <a:endParaRPr lang="ja-JP" sz="500"/>
          </a:p>
          <a:p>
            <a:r>
              <a:rPr lang="ja-JP" dirty="0" sz="500"/>
              <a:t>LD-0365 条件:参照SQLのSQLCODEが0かつ取得件数が1件の場合。真:P-0366で取得値をワークへ設定する。偽:E-LD-0365を記録して作業単位をロールバックする。</a:t>
            </a:r>
            <a:endParaRPr lang="ja-JP" sz="500"/>
          </a:p>
          <a:p>
            <a:r>
              <a:rPr lang="ja-JP" dirty="0" sz="500"/>
              <a:t>LD-0366 条件:承認区分1が承認済みまたは承認不要で、取消フラグが無効の場合。真:P-0367で更新処理へ進む。偽:E-LD-0366を記録して承認待ちにする。</a:t>
            </a:r>
            <a:endParaRPr lang="ja-JP" sz="500"/>
          </a:p>
          <a:p>
            <a:r>
              <a:rPr lang="ja-JP" dirty="0" sz="500"/>
              <a:t>LD-0367 条件:外部応答コード03が正常かつ応答時刻がタイムアウト以内の場合。真:P-0368で応答項目を反映する。偽:E-LD-0367を記録して再送判定へ進む。</a:t>
            </a:r>
            <a:endParaRPr lang="ja-JP" sz="500"/>
          </a:p>
          <a:p>
            <a:r>
              <a:rPr lang="ja-JP" dirty="0" sz="500"/>
              <a:t>LD-0368 条件:更新前後の整合性検査07が成功し排他版番号が一致する場合。真:P-0369で次明細を処理する。偽:E-LD-0368を記録して全更新を取り消す。</a:t>
            </a:r>
            <a:endParaRPr lang="ja-JP" sz="500"/>
          </a:p>
          <a:p>
            <a:r>
              <a:rPr lang="ja-JP" dirty="0" sz="500"/>
              <a:t>LD-0369 条件:入力項目01が必須かつ正規化後も空でない場合。真:P-0370で桁数検証する。偽:E-LD-0369を記録して入力画面へ戻す。</a:t>
            </a:r>
            <a:endParaRPr lang="ja-JP" sz="500"/>
          </a:p>
          <a:p>
            <a:r>
              <a:rPr lang="ja-JP" dirty="0" sz="500"/>
              <a:t>LD-0370 条件:口座状態07が取引可能で利用停止理由が未設定の場合。真:P-0371で残高を照会する。偽:E-LD-0370を記録してDB更新を行わない。</a:t>
            </a:r>
            <a:endParaRPr lang="ja-JP" sz="500"/>
          </a:p>
          <a:p>
            <a:r>
              <a:rPr lang="ja-JP" dirty="0" sz="500"/>
              <a:t>LD-0371 条件:取引金額区分2が日次限度内で累計額との合計も限度以下の場合。真:P-0372で手数料を計算する。偽:E-LD-0371を記録して承認待ちへ遷移する。</a:t>
            </a:r>
            <a:endParaRPr lang="ja-JP" sz="500"/>
          </a:p>
          <a:p>
            <a:r>
              <a:rPr lang="ja-JP" dirty="0" sz="500"/>
              <a:t>LD-0372 条件:基準日区分1が営業日で締め時刻前の場合。真:P-0373で当日扱いにする。偽:P-DEFERへ遷移して翌営業日扱いにする。</a:t>
            </a:r>
            <a:endParaRPr lang="ja-JP" sz="500"/>
          </a:p>
          <a:p>
            <a:r>
              <a:rPr lang="ja-JP" dirty="0" sz="500"/>
              <a:t>LD-0373 条件:参照SQLのSQLCODEが0かつ取得件数が1件の場合。真:P-0374で取得値をワークへ設定する。偽:E-LD-0373を記録して作業単位をロールバックする。</a:t>
            </a:r>
            <a:endParaRPr lang="ja-JP" sz="500"/>
          </a:p>
          <a:p>
            <a:r>
              <a:rPr lang="ja-JP" dirty="0" sz="500"/>
              <a:t>LD-0374 条件:承認区分4が承認済みまたは承認不要で、取消フラグが無効の場合。真:P-0375で更新処理へ進む。偽:E-LD-0374を記録して承認待ちにする。</a:t>
            </a:r>
            <a:endParaRPr lang="ja-JP" sz="500"/>
          </a:p>
          <a:p>
            <a:r>
              <a:rPr lang="ja-JP" dirty="0" sz="500"/>
              <a:t>LD-0375 条件:外部応答コード11が正常かつ応答時刻がタイムアウト以内の場合。真:P-0376で応答項目を反映する。偽:E-LD-0375を記録して再送判定へ進む。</a:t>
            </a:r>
            <a:endParaRPr lang="ja-JP" sz="500"/>
          </a:p>
          <a:p>
            <a:r>
              <a:rPr lang="ja-JP" dirty="0" sz="500"/>
              <a:t>LD-0376 条件:更新前後の整合性検査15が成功し排他版番号が一致する場合。真:P-0377で次明細を処理する。偽:E-LD-0376を記録して全更新を取り消す。</a:t>
            </a:r>
            <a:endParaRPr lang="ja-JP" sz="500"/>
          </a:p>
          <a:p>
            <a:r>
              <a:rPr lang="ja-JP" dirty="0" sz="500"/>
              <a:t>LD-0377 条件:入力項目09が必須かつ正規化後も空でない場合。真:P-0378で桁数検証する。偽:E-LD-0377を記録して入力画面へ戻す。</a:t>
            </a:r>
            <a:endParaRPr lang="ja-JP" sz="500"/>
          </a:p>
          <a:p>
            <a:r>
              <a:rPr lang="ja-JP" dirty="0" sz="500"/>
              <a:t>LD-0378 条件:口座状態04が取引可能で利用停止理由が未設定の場合。真:P-0379で残高を照会する。偽:E-LD-0378を記録してDB更新を行わない。</a:t>
            </a:r>
            <a:endParaRPr lang="ja-JP" sz="500"/>
          </a:p>
          <a:p>
            <a:r>
              <a:rPr lang="ja-JP" dirty="0" sz="500"/>
              <a:t>LD-0379 条件:取引金額区分1が日次限度内で累計額との合計も限度以下の場合。真:P-0380で手数料を計算する。偽:E-LD-0379を記録して承認待ちへ遷移する。</a:t>
            </a:r>
            <a:endParaRPr lang="ja-JP" sz="500"/>
          </a:p>
          <a:p>
            <a:r>
              <a:rPr lang="ja-JP" dirty="0" sz="500"/>
              <a:t>LD-0380 条件:基準日区分2が営業日で締め時刻前の場合。真:P-0381で当日扱いにする。偽:P-DEFERへ遷移して翌営業日扱いにする。</a:t>
            </a:r>
            <a:endParaRPr lang="ja-JP" sz="500"/>
          </a:p>
          <a:p>
            <a:r>
              <a:rPr lang="ja-JP" dirty="0" sz="500"/>
              <a:t>LD-0381 条件:参照SQLのSQLCODEが0かつ取得件数が1件の場合。真:P-0382で取得値をワークへ設定する。偽:E-LD-0381を記録して作業単位をロールバックする。</a:t>
            </a:r>
            <a:endParaRPr lang="ja-JP" sz="500"/>
          </a:p>
          <a:p>
            <a:r>
              <a:rPr lang="ja-JP" dirty="0" sz="500"/>
              <a:t>LD-0382 条件:承認区分2が承認済みまたは承認不要で、取消フラグが無効の場合。真:P-0383で更新処理へ進む。偽:E-LD-0382を記録して承認待ちにする。</a:t>
            </a:r>
            <a:endParaRPr lang="ja-JP" sz="500"/>
          </a:p>
          <a:p>
            <a:r>
              <a:rPr lang="ja-JP" dirty="0" sz="500"/>
              <a:t>LD-0383 条件:外部応答コード06が正常かつ応答時刻がタイムアウト以内の場合。真:P-0384で応答項目を反映する。偽:E-LD-0383を記録して再送判定へ進む。</a:t>
            </a:r>
            <a:endParaRPr lang="ja-JP" sz="500"/>
          </a:p>
          <a:p>
            <a:r>
              <a:rPr lang="ja-JP" dirty="0" sz="500"/>
              <a:t>LD-0384 条件:更新前後の整合性検査04が成功し排他版番号が一致する場合。真:P-0385で次明細を処理する。偽:E-LD-0384を記録して全更新を取り消す。</a:t>
            </a:r>
            <a:endParaRPr lang="ja-JP" sz="500"/>
          </a:p>
          <a:p>
            <a:r>
              <a:rPr lang="ja-JP" dirty="0" sz="500"/>
              <a:t>LD-0385 条件:入力項目17が必須かつ正規化後も空でない場合。真:P-0386で桁数検証する。偽:E-LD-0385を記録して入力画面へ戻す。</a:t>
            </a:r>
            <a:endParaRPr lang="ja-JP" sz="500"/>
          </a:p>
          <a:p>
            <a:r>
              <a:rPr lang="ja-JP" dirty="0" sz="500"/>
              <a:t>LD-0386 条件:口座状態01が取引可能で利用停止理由が未設定の場合。真:P-0387で残高を照会する。偽:E-LD-0386を記録してDB更新を行わない。</a:t>
            </a:r>
            <a:endParaRPr lang="ja-JP" sz="500"/>
          </a:p>
          <a:p>
            <a:r>
              <a:rPr lang="ja-JP" dirty="0" sz="500"/>
              <a:t>LD-0387 条件:取引金額区分0が日次限度内で累計額との合計も限度以下の場合。真:P-0388で手数料を計算する。偽:E-LD-0387を記録して承認待ちへ遷移する。</a:t>
            </a:r>
            <a:endParaRPr lang="ja-JP" sz="500"/>
          </a:p>
          <a:p>
            <a:r>
              <a:rPr lang="ja-JP" dirty="0" sz="500"/>
              <a:t>LD-0388 条件:基準日区分3が営業日で締め時刻前の場合。真:P-0389で当日扱いにする。偽:P-DEFERへ遷移して翌営業日扱いにする。</a:t>
            </a:r>
            <a:endParaRPr lang="ja-JP" sz="500"/>
          </a:p>
          <a:p>
            <a:r>
              <a:rPr lang="ja-JP" dirty="0" sz="500"/>
              <a:t>LD-0389 条件:高額取引フラグが有効または同一顧客の失敗回数が当日5回以上で、監査抑止区分が無効の場合。真:監査証跡へ理由コードAUD-389を記録し運用監視へ即時通知する。偽:通常監査ログだけを記録してP-0390へ進む。</a:t>
            </a:r>
            <a:endParaRPr lang="ja-JP" sz="500"/>
          </a:p>
          <a:p>
            <a:r>
              <a:rPr lang="ja-JP" dirty="0" sz="500"/>
              <a:t>LD-0390 条件:承認区分0が承認済みまたは承認不要で、取消フラグが無効の場合。真:P-0391で更新処理へ進む。偽:E-LD-0390を記録して承認待ちにする。</a:t>
            </a:r>
            <a:endParaRPr lang="ja-JP" sz="500"/>
          </a:p>
          <a:p>
            <a:r>
              <a:rPr lang="ja-JP" dirty="0" sz="500"/>
              <a:t>LD-0391 条件:外部応答コード01が正常かつ応答時刻がタイムアウト以内の場合。真:P-0392で応答項目を反映する。偽:E-LD-0391を記録して再送判定へ進む。</a:t>
            </a:r>
            <a:endParaRPr lang="ja-JP" sz="500"/>
          </a:p>
          <a:p>
            <a:r>
              <a:rPr lang="ja-JP" dirty="0" sz="500"/>
              <a:t>LD-0392 条件:更新前後の整合性検査12が成功し排他版番号が一致する場合。真:P-0393で次明細を処理する。偽:E-LD-0392を記録して全更新を取り消す。</a:t>
            </a:r>
            <a:endParaRPr lang="ja-JP" sz="500"/>
          </a:p>
          <a:p>
            <a:r>
              <a:rPr lang="ja-JP" dirty="0" sz="500"/>
              <a:t>LD-0393 条件:入力項目02が必須かつ正規化後も空でない場合。真:P-0394で桁数検証する。偽:E-LD-0393を記録して入力画面へ戻す。</a:t>
            </a:r>
            <a:endParaRPr lang="ja-JP" sz="500"/>
          </a:p>
          <a:p>
            <a:r>
              <a:rPr lang="ja-JP" dirty="0" sz="500"/>
              <a:t>LD-0394 条件:口座状態09が取引可能で利用停止理由が未設定の場合。真:P-0395で残高を照会する。偽:E-LD-0394を記録してDB更新を行わない。</a:t>
            </a:r>
            <a:endParaRPr lang="ja-JP" sz="500"/>
          </a:p>
          <a:p>
            <a:r>
              <a:rPr lang="ja-JP" dirty="0" sz="500"/>
              <a:t>LD-0395 条件:取引金額区分8が日次限度内で累計額との合計も限度以下の場合。真:P-0396で手数料を計算する。偽:E-LD-0395を記録して承認待ちへ遷移する。</a:t>
            </a:r>
            <a:endParaRPr lang="ja-JP" sz="500"/>
          </a:p>
          <a:p>
            <a:r>
              <a:rPr lang="ja-JP" dirty="0" sz="500"/>
              <a:t>LD-0396 条件:基準日区分4が営業日で締め時刻前の場合。真:P-0397で当日扱いにする。偽:P-DEFERへ遷移して翌営業日扱いにする。</a:t>
            </a:r>
            <a:endParaRPr lang="ja-JP" sz="500"/>
          </a:p>
          <a:p>
            <a:r>
              <a:rPr lang="ja-JP" dirty="0" sz="500"/>
              <a:t>LD-0397 条件:参照SQLのSQLCODEが0かつ取得件数が1件の場合。真:P-0398で取得値をワークへ設定する。偽:E-LD-0397を記録して作業単位をロールバックする。</a:t>
            </a:r>
            <a:endParaRPr lang="ja-JP" sz="500"/>
          </a:p>
          <a:p>
            <a:r>
              <a:rPr lang="ja-JP" dirty="0" sz="500"/>
              <a:t>LD-0398 条件:承認区分3が承認済みまたは承認不要で、取消フラグが無効の場合。真:P-0399で更新処理へ進む。偽:E-LD-0398を記録して承認待ちにする。</a:t>
            </a:r>
            <a:endParaRPr lang="ja-JP" sz="500"/>
          </a:p>
          <a:p>
            <a:r>
              <a:rPr lang="ja-JP" dirty="0" sz="500"/>
              <a:t>LD-0399 条件:外部応答コード09が正常かつ応答時刻がタイムアウト以内の場合。真:P-0400で応答項目を反映する。偽:E-LD-0399を記録して再送判定へ進む。</a:t>
            </a:r>
            <a:endParaRPr lang="ja-JP" sz="500"/>
          </a:p>
          <a:p>
            <a:r>
              <a:rPr lang="ja-JP" dirty="0" sz="500"/>
              <a:t>LD-0400 LD-END-0400 条件:更新結果件数が1件でなく、かつ再試行回数が3以上の場合。真:全更新をロールバックしE-LD-0400を記録して運用監視へ通知する。偽:コミットして正常終了する。</a:t>
            </a:r>
            <a:endParaRPr lang="ja-JP" sz="5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Sherpa evaluation</dc:creator>
  <dc:title>OJA-PPTX-LONG-DESIGN</dc:title>
  <dc:subject>AI/RAG向け日本語Office独立評価</dc:subject>
  <cp:keywords>synthetic;office-ja;rag</cp:keywords>
  <cp:lastModifiedBy>Sherpa evaluation</cp:lastModifiedBy>
  <dcterms:created xsi:type="dcterms:W3CDTF">2020-01-01T00:00:00Z</dcterms:created>
  <dcterms:modified xsi:type="dcterms:W3CDTF">2020-01-01T00:00:00Z</dcterms:modified>
</cp:coreProperties>
</file>