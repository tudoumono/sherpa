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旧機能C: 提供終了予定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0000" y="500000"/>
            <a:ext cx="3000000" cy="50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旧料金体系: 月額1000円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0000" y="5000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廃止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4000" y="500000"/>
            <a:ext cx="2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旧仕様メモ（画面外配置）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0000" y="500000"/>
            <a:ext cx="30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旧業務フロー（非表示スライド）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sherpa-fixture-generator</dc:creator>
  <cp:keywords/>
  <dc:description>generated using python-pptx</dc:description>
  <cp:lastModifiedBy>sherpa-fixture-generator</cp:lastModifiedBy>
  <cp:revision>1</cp:revision>
  <dcterms:created xsi:type="dcterms:W3CDTF">2020-01-01T00:00:00Z</dcterms:created>
  <dcterms:modified xsi:type="dcterms:W3CDTF">2020-01-01T00:00:00Z</dcterms:modified>
  <cp:category/>
</cp:coreProperties>
</file>