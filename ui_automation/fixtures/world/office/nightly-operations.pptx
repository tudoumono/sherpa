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Nightly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SHERPA-OOXML-SLIDE-693</a:t>
            </a:r>
          </a:p>
          <a:p>
            <a:r>
              <a:t>Batch starts at 02:15 JST.</a:t>
            </a:r>
          </a:p>
          <a:p>
            <a:r>
              <a:t>Run NIGHTLY after TAXCALC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Sherpa UI Automation Slide Evidence</dc:title>
  <dc:subject/>
  <dc:creator>Sherpa UI Automation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